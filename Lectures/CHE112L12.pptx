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7" r:id="rId2"/>
    <p:sldId id="448" r:id="rId3"/>
    <p:sldId id="427" r:id="rId4"/>
    <p:sldId id="428" r:id="rId5"/>
    <p:sldId id="429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437" r:id="rId14"/>
    <p:sldId id="438" r:id="rId15"/>
    <p:sldId id="439" r:id="rId16"/>
    <p:sldId id="446" r:id="rId17"/>
    <p:sldId id="389" r:id="rId18"/>
    <p:sldId id="390" r:id="rId19"/>
    <p:sldId id="391" r:id="rId20"/>
    <p:sldId id="392" r:id="rId21"/>
    <p:sldId id="393" r:id="rId22"/>
    <p:sldId id="268" r:id="rId23"/>
    <p:sldId id="394" r:id="rId24"/>
    <p:sldId id="395" r:id="rId25"/>
    <p:sldId id="359" r:id="rId26"/>
    <p:sldId id="360" r:id="rId27"/>
    <p:sldId id="396" r:id="rId28"/>
    <p:sldId id="397" r:id="rId29"/>
    <p:sldId id="257" r:id="rId30"/>
    <p:sldId id="398" r:id="rId31"/>
    <p:sldId id="399" r:id="rId32"/>
    <p:sldId id="400" r:id="rId33"/>
    <p:sldId id="401" r:id="rId34"/>
    <p:sldId id="361" r:id="rId35"/>
    <p:sldId id="402" r:id="rId36"/>
    <p:sldId id="264" r:id="rId37"/>
    <p:sldId id="403" r:id="rId38"/>
    <p:sldId id="404" r:id="rId39"/>
    <p:sldId id="405" r:id="rId40"/>
    <p:sldId id="406" r:id="rId41"/>
    <p:sldId id="407" r:id="rId42"/>
    <p:sldId id="265" r:id="rId43"/>
    <p:sldId id="408" r:id="rId44"/>
    <p:sldId id="409" r:id="rId45"/>
    <p:sldId id="410" r:id="rId46"/>
    <p:sldId id="411" r:id="rId47"/>
    <p:sldId id="412" r:id="rId48"/>
    <p:sldId id="413" r:id="rId49"/>
    <p:sldId id="414" r:id="rId50"/>
    <p:sldId id="415" r:id="rId51"/>
    <p:sldId id="416" r:id="rId52"/>
    <p:sldId id="417" r:id="rId53"/>
    <p:sldId id="418" r:id="rId54"/>
    <p:sldId id="419" r:id="rId55"/>
    <p:sldId id="420" r:id="rId56"/>
    <p:sldId id="421" r:id="rId57"/>
    <p:sldId id="422" r:id="rId58"/>
    <p:sldId id="423" r:id="rId59"/>
    <p:sldId id="362" r:id="rId60"/>
    <p:sldId id="363" r:id="rId61"/>
    <p:sldId id="424" r:id="rId62"/>
    <p:sldId id="425" r:id="rId63"/>
    <p:sldId id="364" r:id="rId64"/>
    <p:sldId id="365" r:id="rId65"/>
    <p:sldId id="266" r:id="rId66"/>
    <p:sldId id="366" r:id="rId67"/>
    <p:sldId id="367" r:id="rId68"/>
    <p:sldId id="261" r:id="rId69"/>
    <p:sldId id="368" r:id="rId70"/>
    <p:sldId id="369" r:id="rId71"/>
    <p:sldId id="262" r:id="rId72"/>
    <p:sldId id="370" r:id="rId73"/>
    <p:sldId id="371" r:id="rId74"/>
    <p:sldId id="285" r:id="rId75"/>
    <p:sldId id="358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y c" initials="xc" lastIdx="2" clrIdx="0">
    <p:extLst>
      <p:ext uri="{19B8F6BF-5375-455C-9EA6-DF929625EA0E}">
        <p15:presenceInfo xmlns:p15="http://schemas.microsoft.com/office/powerpoint/2012/main" userId="889764d072c73e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504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2T09:16:18.509" idx="1">
    <p:pos x="10" y="10"/>
    <p:text>acetophenone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2T10:02:27.601" idx="2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4E7C1D-4AC4-43C0-BA7E-CCB85594056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l-GR"/>
        </a:p>
      </dgm:t>
    </dgm:pt>
    <dgm:pt modelId="{F0C70572-8D87-4483-9285-5430E374D206}">
      <dgm:prSet phldrT="[Text]" custT="1"/>
      <dgm:spPr/>
      <dgm:t>
        <a:bodyPr lIns="0" tIns="0" rIns="0" bIns="0"/>
        <a:lstStyle/>
        <a:p>
          <a:r>
            <a:rPr lang="en-US" sz="1500" b="1" dirty="0">
              <a:solidFill>
                <a:schemeClr val="tx1"/>
              </a:solidFill>
              <a:latin typeface="Calibri" pitchFamily="34" charset="0"/>
            </a:rPr>
            <a:t>Isomerism</a:t>
          </a:r>
          <a:endParaRPr lang="el-GR" sz="1500" b="1" dirty="0">
            <a:solidFill>
              <a:schemeClr val="tx1"/>
            </a:solidFill>
            <a:latin typeface="Calibri" pitchFamily="34" charset="0"/>
          </a:endParaRPr>
        </a:p>
      </dgm:t>
    </dgm:pt>
    <dgm:pt modelId="{8ADE35FB-C379-4521-B07E-2E64A2328550}" type="parTrans" cxnId="{FCC91714-06DE-4583-967E-640AB663E989}">
      <dgm:prSet/>
      <dgm:spPr/>
      <dgm:t>
        <a:bodyPr/>
        <a:lstStyle/>
        <a:p>
          <a:endParaRPr lang="el-GR"/>
        </a:p>
      </dgm:t>
    </dgm:pt>
    <dgm:pt modelId="{67B06ABF-5522-405C-BFEF-1498A03AF0DC}" type="sibTrans" cxnId="{FCC91714-06DE-4583-967E-640AB663E989}">
      <dgm:prSet/>
      <dgm:spPr/>
      <dgm:t>
        <a:bodyPr/>
        <a:lstStyle/>
        <a:p>
          <a:endParaRPr lang="el-GR"/>
        </a:p>
      </dgm:t>
    </dgm:pt>
    <dgm:pt modelId="{354A9390-569E-46AB-9FCE-542BA3B9757C}">
      <dgm:prSet phldrT="[Text]" custT="1"/>
      <dgm:spPr/>
      <dgm:t>
        <a:bodyPr lIns="0" tIns="0" rIns="0" bIns="0"/>
        <a:lstStyle/>
        <a:p>
          <a:r>
            <a:rPr lang="en-US" sz="1500" b="1" dirty="0">
              <a:solidFill>
                <a:schemeClr val="tx1"/>
              </a:solidFill>
              <a:latin typeface="Calibri" pitchFamily="34" charset="0"/>
            </a:rPr>
            <a:t>Structural Isomerism</a:t>
          </a:r>
          <a:endParaRPr lang="el-GR" sz="1500" b="1" dirty="0">
            <a:solidFill>
              <a:schemeClr val="tx1"/>
            </a:solidFill>
            <a:latin typeface="Calibri" pitchFamily="34" charset="0"/>
          </a:endParaRPr>
        </a:p>
      </dgm:t>
    </dgm:pt>
    <dgm:pt modelId="{D7DC0DF8-D186-4D89-B483-E36C8B6E752C}" type="parTrans" cxnId="{8774A56A-5A2B-4BD0-87FE-9BF1DB2A0ACD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98675E65-9DA5-4078-BBAE-CB6904C03BDB}" type="sibTrans" cxnId="{8774A56A-5A2B-4BD0-87FE-9BF1DB2A0ACD}">
      <dgm:prSet/>
      <dgm:spPr/>
      <dgm:t>
        <a:bodyPr/>
        <a:lstStyle/>
        <a:p>
          <a:endParaRPr lang="el-GR"/>
        </a:p>
      </dgm:t>
    </dgm:pt>
    <dgm:pt modelId="{A1151B63-424B-4F39-9B21-30316498D18E}">
      <dgm:prSet phldrT="[Text]" custT="1"/>
      <dgm:spPr/>
      <dgm:t>
        <a:bodyPr lIns="0" tIns="0" rIns="0" bIns="0"/>
        <a:lstStyle/>
        <a:p>
          <a:r>
            <a:rPr lang="en-US" sz="1500" b="1" dirty="0">
              <a:solidFill>
                <a:schemeClr val="tx1"/>
              </a:solidFill>
              <a:latin typeface="Calibri" pitchFamily="34" charset="0"/>
            </a:rPr>
            <a:t>C-C arrangement</a:t>
          </a:r>
          <a:endParaRPr lang="el-GR" sz="1500" b="1" dirty="0">
            <a:solidFill>
              <a:schemeClr val="tx1"/>
            </a:solidFill>
            <a:latin typeface="Calibri" pitchFamily="34" charset="0"/>
          </a:endParaRPr>
        </a:p>
      </dgm:t>
    </dgm:pt>
    <dgm:pt modelId="{232E8BB2-B2C4-4665-9E52-9CC6FC01A4A8}" type="parTrans" cxnId="{A798A451-786D-47D9-BD4E-0EE553C5169D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93395D0A-3AE5-4791-8DF5-209E3769F8EA}" type="sibTrans" cxnId="{A798A451-786D-47D9-BD4E-0EE553C5169D}">
      <dgm:prSet/>
      <dgm:spPr/>
      <dgm:t>
        <a:bodyPr/>
        <a:lstStyle/>
        <a:p>
          <a:endParaRPr lang="el-GR"/>
        </a:p>
      </dgm:t>
    </dgm:pt>
    <dgm:pt modelId="{0784BBA3-75AE-4711-B8A2-FD3164C62B89}">
      <dgm:prSet phldrT="[Text]" custT="1"/>
      <dgm:spPr/>
      <dgm:t>
        <a:bodyPr lIns="0" tIns="0" rIns="0" bIns="0"/>
        <a:lstStyle/>
        <a:p>
          <a:r>
            <a:rPr lang="en-US" sz="1500" b="1" dirty="0">
              <a:solidFill>
                <a:schemeClr val="tx1"/>
              </a:solidFill>
              <a:latin typeface="Calibri" pitchFamily="34" charset="0"/>
            </a:rPr>
            <a:t>Different functional groups</a:t>
          </a:r>
          <a:endParaRPr lang="el-GR" sz="1500" b="1" dirty="0">
            <a:solidFill>
              <a:schemeClr val="tx1"/>
            </a:solidFill>
            <a:latin typeface="Calibri" pitchFamily="34" charset="0"/>
          </a:endParaRPr>
        </a:p>
      </dgm:t>
    </dgm:pt>
    <dgm:pt modelId="{F935A20D-B644-454A-A962-E76D765E4E8A}" type="parTrans" cxnId="{6FEB153A-B611-4446-9EB2-F9A2FAFE9716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EEC16F26-C22C-4464-B977-B8BDFC6BFF21}" type="sibTrans" cxnId="{6FEB153A-B611-4446-9EB2-F9A2FAFE9716}">
      <dgm:prSet/>
      <dgm:spPr/>
      <dgm:t>
        <a:bodyPr/>
        <a:lstStyle/>
        <a:p>
          <a:endParaRPr lang="el-GR"/>
        </a:p>
      </dgm:t>
    </dgm:pt>
    <dgm:pt modelId="{5E9A7C2A-B69B-417C-9B7E-8D256F04C12F}">
      <dgm:prSet phldrT="[Text]" custT="1"/>
      <dgm:spPr/>
      <dgm:t>
        <a:bodyPr lIns="0" tIns="0" rIns="0" bIns="0"/>
        <a:lstStyle/>
        <a:p>
          <a:r>
            <a:rPr lang="en-US" sz="1500" b="1" dirty="0">
              <a:solidFill>
                <a:srgbClr val="C00000"/>
              </a:solidFill>
              <a:latin typeface="Calibri" pitchFamily="34" charset="0"/>
            </a:rPr>
            <a:t>Stereoisomerism</a:t>
          </a:r>
          <a:endParaRPr lang="el-GR" sz="1500" b="1" dirty="0">
            <a:solidFill>
              <a:srgbClr val="C00000"/>
            </a:solidFill>
            <a:latin typeface="Calibri" pitchFamily="34" charset="0"/>
          </a:endParaRPr>
        </a:p>
      </dgm:t>
    </dgm:pt>
    <dgm:pt modelId="{C1ACB880-20BB-40BE-9609-9D3E7966B27D}" type="parTrans" cxnId="{D29DB481-5ADB-42CA-9118-5BCEA99B4301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C7990AAB-B301-4339-B44B-F2F2A30747B8}" type="sibTrans" cxnId="{D29DB481-5ADB-42CA-9118-5BCEA99B4301}">
      <dgm:prSet/>
      <dgm:spPr/>
      <dgm:t>
        <a:bodyPr/>
        <a:lstStyle/>
        <a:p>
          <a:endParaRPr lang="el-GR"/>
        </a:p>
      </dgm:t>
    </dgm:pt>
    <dgm:pt modelId="{701D48BE-50A4-4317-8749-DC7824853994}">
      <dgm:prSet phldrT="[Text]" custT="1"/>
      <dgm:spPr/>
      <dgm:t>
        <a:bodyPr lIns="0" tIns="0" rIns="0" bIns="0"/>
        <a:lstStyle/>
        <a:p>
          <a:r>
            <a:rPr lang="en-US" sz="1500" b="1" dirty="0">
              <a:solidFill>
                <a:srgbClr val="C00000"/>
              </a:solidFill>
              <a:latin typeface="Calibri" pitchFamily="34" charset="0"/>
            </a:rPr>
            <a:t>Optical Isomerism</a:t>
          </a:r>
          <a:endParaRPr lang="el-GR" sz="1500" b="1" dirty="0">
            <a:solidFill>
              <a:srgbClr val="C00000"/>
            </a:solidFill>
            <a:latin typeface="Calibri" pitchFamily="34" charset="0"/>
          </a:endParaRPr>
        </a:p>
      </dgm:t>
    </dgm:pt>
    <dgm:pt modelId="{44613EBF-F17D-44A0-816C-3140E355B055}" type="parTrans" cxnId="{935AB289-32C6-421A-8247-E32E3F726224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D750E905-CB04-40C6-9D8B-80D788DB75F8}" type="sibTrans" cxnId="{935AB289-32C6-421A-8247-E32E3F726224}">
      <dgm:prSet/>
      <dgm:spPr/>
      <dgm:t>
        <a:bodyPr/>
        <a:lstStyle/>
        <a:p>
          <a:endParaRPr lang="el-GR"/>
        </a:p>
      </dgm:t>
    </dgm:pt>
    <dgm:pt modelId="{ECBEC2E4-2ECE-43FE-A0D4-1B7F59E6477F}">
      <dgm:prSet custT="1"/>
      <dgm:spPr/>
      <dgm:t>
        <a:bodyPr lIns="0" tIns="0" rIns="0" bIns="0"/>
        <a:lstStyle/>
        <a:p>
          <a:r>
            <a:rPr lang="en-US" sz="1500" b="1" dirty="0">
              <a:solidFill>
                <a:schemeClr val="tx1"/>
              </a:solidFill>
              <a:latin typeface="Calibri" pitchFamily="34" charset="0"/>
            </a:rPr>
            <a:t>Functional groups position</a:t>
          </a:r>
          <a:endParaRPr lang="el-GR" sz="1500" b="1" dirty="0">
            <a:solidFill>
              <a:schemeClr val="tx1"/>
            </a:solidFill>
            <a:latin typeface="Calibri" pitchFamily="34" charset="0"/>
          </a:endParaRPr>
        </a:p>
      </dgm:t>
    </dgm:pt>
    <dgm:pt modelId="{7B37399D-5881-41F6-BCF7-D313508C7A7D}" type="parTrans" cxnId="{E33AF9CB-69B2-430E-B0D8-29808971A56F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AA30B226-6F43-4836-861E-DD7A3ABF1214}" type="sibTrans" cxnId="{E33AF9CB-69B2-430E-B0D8-29808971A56F}">
      <dgm:prSet/>
      <dgm:spPr/>
      <dgm:t>
        <a:bodyPr/>
        <a:lstStyle/>
        <a:p>
          <a:endParaRPr lang="el-GR"/>
        </a:p>
      </dgm:t>
    </dgm:pt>
    <dgm:pt modelId="{E1786C79-AD15-45B1-AADF-C4CF9D092B09}">
      <dgm:prSet custT="1"/>
      <dgm:spPr/>
      <dgm:t>
        <a:bodyPr lIns="0" tIns="0" rIns="0" bIns="0"/>
        <a:lstStyle/>
        <a:p>
          <a:r>
            <a:rPr lang="en-US" sz="1500" b="1" dirty="0">
              <a:solidFill>
                <a:schemeClr val="tx1"/>
              </a:solidFill>
              <a:latin typeface="Calibri" pitchFamily="34" charset="0"/>
            </a:rPr>
            <a:t>Geometric Isomerism</a:t>
          </a:r>
          <a:endParaRPr lang="el-GR" sz="1500" b="1" dirty="0">
            <a:solidFill>
              <a:schemeClr val="tx1"/>
            </a:solidFill>
            <a:latin typeface="Calibri" pitchFamily="34" charset="0"/>
          </a:endParaRPr>
        </a:p>
      </dgm:t>
    </dgm:pt>
    <dgm:pt modelId="{6610FF7F-C180-4F7E-9FD1-A340BE56CF8C}" type="parTrans" cxnId="{AE0AB2EA-ABF0-4988-ABCC-CCC56E81FE7E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E8441902-FF15-4087-9D39-A941BB726AB7}" type="sibTrans" cxnId="{AE0AB2EA-ABF0-4988-ABCC-CCC56E81FE7E}">
      <dgm:prSet/>
      <dgm:spPr/>
      <dgm:t>
        <a:bodyPr/>
        <a:lstStyle/>
        <a:p>
          <a:endParaRPr lang="el-GR"/>
        </a:p>
      </dgm:t>
    </dgm:pt>
    <dgm:pt modelId="{B41DFB5E-8041-46A4-9460-8094E32E8814}">
      <dgm:prSet custT="1"/>
      <dgm:spPr/>
      <dgm:t>
        <a:bodyPr lIns="0" tIns="0" rIns="0" bIns="0"/>
        <a:lstStyle/>
        <a:p>
          <a:r>
            <a:rPr lang="en-US" sz="1500" b="1" dirty="0" err="1">
              <a:solidFill>
                <a:srgbClr val="C00000"/>
              </a:solidFill>
              <a:latin typeface="Calibri" pitchFamily="34" charset="0"/>
            </a:rPr>
            <a:t>Enantiomerism</a:t>
          </a:r>
          <a:endParaRPr lang="el-GR" sz="1500" b="1" dirty="0">
            <a:solidFill>
              <a:srgbClr val="C00000"/>
            </a:solidFill>
            <a:latin typeface="Calibri" pitchFamily="34" charset="0"/>
          </a:endParaRPr>
        </a:p>
      </dgm:t>
    </dgm:pt>
    <dgm:pt modelId="{A515B4EF-2FC1-4A3A-97EA-C47A975ADCEB}" type="parTrans" cxnId="{BE7C31B3-F6EE-4C5F-B168-C46F886DF563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1A2DE528-E23A-4904-B11D-2CB07C171378}" type="sibTrans" cxnId="{BE7C31B3-F6EE-4C5F-B168-C46F886DF563}">
      <dgm:prSet/>
      <dgm:spPr/>
      <dgm:t>
        <a:bodyPr/>
        <a:lstStyle/>
        <a:p>
          <a:endParaRPr lang="el-GR"/>
        </a:p>
      </dgm:t>
    </dgm:pt>
    <dgm:pt modelId="{29699AB5-428B-446A-A1CF-33716ED0623B}">
      <dgm:prSet custT="1"/>
      <dgm:spPr/>
      <dgm:t>
        <a:bodyPr lIns="0" tIns="0" rIns="0" bIns="0"/>
        <a:lstStyle/>
        <a:p>
          <a:r>
            <a:rPr lang="en-US" sz="1500" b="1" dirty="0" err="1">
              <a:solidFill>
                <a:srgbClr val="C00000"/>
              </a:solidFill>
              <a:latin typeface="Calibri" pitchFamily="34" charset="0"/>
            </a:rPr>
            <a:t>Diastereoisomerism</a:t>
          </a:r>
          <a:endParaRPr lang="el-GR" sz="1500" b="1" dirty="0">
            <a:solidFill>
              <a:srgbClr val="C00000"/>
            </a:solidFill>
            <a:latin typeface="Calibri" pitchFamily="34" charset="0"/>
          </a:endParaRPr>
        </a:p>
      </dgm:t>
    </dgm:pt>
    <dgm:pt modelId="{511C840C-23EA-4E5E-A950-D4005B34212B}" type="parTrans" cxnId="{A3E73552-7925-42FE-99FE-69098ABC4D7B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B3FF00A9-85A9-45AA-898E-40C2A4A594A0}" type="sibTrans" cxnId="{A3E73552-7925-42FE-99FE-69098ABC4D7B}">
      <dgm:prSet/>
      <dgm:spPr/>
      <dgm:t>
        <a:bodyPr/>
        <a:lstStyle/>
        <a:p>
          <a:endParaRPr lang="el-GR"/>
        </a:p>
      </dgm:t>
    </dgm:pt>
    <dgm:pt modelId="{1F4E1183-F0BD-46E4-8730-7C568ACE199F}">
      <dgm:prSet custT="1"/>
      <dgm:spPr/>
      <dgm:t>
        <a:bodyPr lIns="0" tIns="0" rIns="0" bIns="0"/>
        <a:lstStyle/>
        <a:p>
          <a:r>
            <a:rPr lang="en-US" sz="1500" b="1" dirty="0">
              <a:solidFill>
                <a:srgbClr val="C00000"/>
              </a:solidFill>
              <a:latin typeface="Calibri" pitchFamily="34" charset="0"/>
            </a:rPr>
            <a:t>Conformational Isomerism</a:t>
          </a:r>
          <a:endParaRPr lang="el-GR" sz="1500" b="1" dirty="0">
            <a:solidFill>
              <a:srgbClr val="C00000"/>
            </a:solidFill>
            <a:latin typeface="Calibri" pitchFamily="34" charset="0"/>
          </a:endParaRPr>
        </a:p>
      </dgm:t>
    </dgm:pt>
    <dgm:pt modelId="{3CB50639-8D72-4503-9DEB-789E1AAC0482}" type="parTrans" cxnId="{79F0F17E-51B0-4767-80E9-8E0B1DD63380}">
      <dgm:prSet/>
      <dgm:spPr/>
      <dgm:t>
        <a:bodyPr lIns="0" tIns="0" rIns="0" bIns="0"/>
        <a:lstStyle/>
        <a:p>
          <a:endParaRPr lang="el-GR" sz="1500" b="1">
            <a:solidFill>
              <a:schemeClr val="bg1">
                <a:lumMod val="50000"/>
              </a:schemeClr>
            </a:solidFill>
            <a:latin typeface="Calibri" pitchFamily="34" charset="0"/>
          </a:endParaRPr>
        </a:p>
      </dgm:t>
    </dgm:pt>
    <dgm:pt modelId="{0FD05F94-A21C-4C19-93A1-AB07DFA05471}" type="sibTrans" cxnId="{79F0F17E-51B0-4767-80E9-8E0B1DD63380}">
      <dgm:prSet/>
      <dgm:spPr/>
      <dgm:t>
        <a:bodyPr/>
        <a:lstStyle/>
        <a:p>
          <a:endParaRPr lang="el-GR"/>
        </a:p>
      </dgm:t>
    </dgm:pt>
    <dgm:pt modelId="{2A77A7AB-3112-45A2-A29D-1B8999F55082}" type="pres">
      <dgm:prSet presAssocID="{914E7C1D-4AC4-43C0-BA7E-CCB8559405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FF4848-FE72-419A-A65C-CBE7AC8D7F3E}" type="pres">
      <dgm:prSet presAssocID="{F0C70572-8D87-4483-9285-5430E374D206}" presName="hierRoot1" presStyleCnt="0"/>
      <dgm:spPr/>
    </dgm:pt>
    <dgm:pt modelId="{D278B995-E87D-429D-B7C1-E85901FCA23A}" type="pres">
      <dgm:prSet presAssocID="{F0C70572-8D87-4483-9285-5430E374D206}" presName="composite" presStyleCnt="0"/>
      <dgm:spPr/>
    </dgm:pt>
    <dgm:pt modelId="{011344F0-DCC8-4706-81EB-6E9421427C03}" type="pres">
      <dgm:prSet presAssocID="{F0C70572-8D87-4483-9285-5430E374D206}" presName="background" presStyleLbl="node0" presStyleIdx="0" presStyleCnt="1"/>
      <dgm:spPr/>
    </dgm:pt>
    <dgm:pt modelId="{449B6C3A-5333-4FA4-8855-9C6774666DA8}" type="pres">
      <dgm:prSet presAssocID="{F0C70572-8D87-4483-9285-5430E374D206}" presName="text" presStyleLbl="fgAcc0" presStyleIdx="0" presStyleCnt="1" custScaleX="316207" custScaleY="181971" custLinFactY="-272722" custLinFactNeighborX="43902" custLinFactNeighborY="-300000">
        <dgm:presLayoutVars>
          <dgm:chPref val="3"/>
        </dgm:presLayoutVars>
      </dgm:prSet>
      <dgm:spPr/>
    </dgm:pt>
    <dgm:pt modelId="{8FF8FE07-C15E-4547-8B65-73062E869D27}" type="pres">
      <dgm:prSet presAssocID="{F0C70572-8D87-4483-9285-5430E374D206}" presName="hierChild2" presStyleCnt="0"/>
      <dgm:spPr/>
    </dgm:pt>
    <dgm:pt modelId="{5C29A67A-B16D-42EF-B198-8AA394F20207}" type="pres">
      <dgm:prSet presAssocID="{D7DC0DF8-D186-4D89-B483-E36C8B6E752C}" presName="Name10" presStyleLbl="parChTrans1D2" presStyleIdx="0" presStyleCnt="2" custSzX="3196181" custSzY="132102"/>
      <dgm:spPr/>
    </dgm:pt>
    <dgm:pt modelId="{38AC4735-C80C-409C-A90B-456616CAA576}" type="pres">
      <dgm:prSet presAssocID="{354A9390-569E-46AB-9FCE-542BA3B9757C}" presName="hierRoot2" presStyleCnt="0"/>
      <dgm:spPr/>
    </dgm:pt>
    <dgm:pt modelId="{307C0177-EBFE-4E15-9ED0-5387A9AA542E}" type="pres">
      <dgm:prSet presAssocID="{354A9390-569E-46AB-9FCE-542BA3B9757C}" presName="composite2" presStyleCnt="0"/>
      <dgm:spPr/>
    </dgm:pt>
    <dgm:pt modelId="{368C098C-B730-4634-A47B-EA59AE17FFEE}" type="pres">
      <dgm:prSet presAssocID="{354A9390-569E-46AB-9FCE-542BA3B9757C}" presName="background2" presStyleLbl="node2" presStyleIdx="0" presStyleCnt="2"/>
      <dgm:spPr/>
    </dgm:pt>
    <dgm:pt modelId="{B5379440-BE5A-4561-9087-9B4B4314F0D8}" type="pres">
      <dgm:prSet presAssocID="{354A9390-569E-46AB-9FCE-542BA3B9757C}" presName="text2" presStyleLbl="fgAcc2" presStyleIdx="0" presStyleCnt="2" custScaleX="382801" custScaleY="244452" custLinFactX="-53268" custLinFactY="-270299" custLinFactNeighborX="-100000" custLinFactNeighborY="-300000">
        <dgm:presLayoutVars>
          <dgm:chPref val="3"/>
        </dgm:presLayoutVars>
      </dgm:prSet>
      <dgm:spPr/>
    </dgm:pt>
    <dgm:pt modelId="{6FF1379A-6A52-486A-AC39-D4AFD58E3AB4}" type="pres">
      <dgm:prSet presAssocID="{354A9390-569E-46AB-9FCE-542BA3B9757C}" presName="hierChild3" presStyleCnt="0"/>
      <dgm:spPr/>
    </dgm:pt>
    <dgm:pt modelId="{F5BC3344-A91E-46F5-BA77-92DBD52B98A2}" type="pres">
      <dgm:prSet presAssocID="{232E8BB2-B2C4-4665-9E52-9CC6FC01A4A8}" presName="Name17" presStyleLbl="parChTrans1D3" presStyleIdx="0" presStyleCnt="6" custSzX="1979482" custSzY="280178"/>
      <dgm:spPr/>
    </dgm:pt>
    <dgm:pt modelId="{25770F68-9F07-4919-B094-02C9E164F2C7}" type="pres">
      <dgm:prSet presAssocID="{A1151B63-424B-4F39-9B21-30316498D18E}" presName="hierRoot3" presStyleCnt="0"/>
      <dgm:spPr/>
    </dgm:pt>
    <dgm:pt modelId="{013F513E-EA88-433E-B946-7C252AEC4D7D}" type="pres">
      <dgm:prSet presAssocID="{A1151B63-424B-4F39-9B21-30316498D18E}" presName="composite3" presStyleCnt="0"/>
      <dgm:spPr/>
    </dgm:pt>
    <dgm:pt modelId="{93296B80-AE8E-4748-96DA-030CF9BCA9D9}" type="pres">
      <dgm:prSet presAssocID="{A1151B63-424B-4F39-9B21-30316498D18E}" presName="background3" presStyleLbl="node3" presStyleIdx="0" presStyleCnt="6"/>
      <dgm:spPr/>
    </dgm:pt>
    <dgm:pt modelId="{198FDACF-285F-4924-9B43-6814196A07DA}" type="pres">
      <dgm:prSet presAssocID="{A1151B63-424B-4F39-9B21-30316498D18E}" presName="text3" presStyleLbl="fgAcc3" presStyleIdx="0" presStyleCnt="6" custScaleX="293863" custScaleY="168393" custLinFactY="-141330" custLinFactNeighborX="-11943" custLinFactNeighborY="-200000">
        <dgm:presLayoutVars>
          <dgm:chPref val="3"/>
        </dgm:presLayoutVars>
      </dgm:prSet>
      <dgm:spPr/>
    </dgm:pt>
    <dgm:pt modelId="{D212C855-9F67-4964-B58B-24D6319F6651}" type="pres">
      <dgm:prSet presAssocID="{A1151B63-424B-4F39-9B21-30316498D18E}" presName="hierChild4" presStyleCnt="0"/>
      <dgm:spPr/>
    </dgm:pt>
    <dgm:pt modelId="{4DA2270D-0E1A-49B9-A4EE-00DC38D78E44}" type="pres">
      <dgm:prSet presAssocID="{7B37399D-5881-41F6-BCF7-D313508C7A7D}" presName="Name17" presStyleLbl="parChTrans1D3" presStyleIdx="1" presStyleCnt="6" custSzX="136447" custSzY="280178"/>
      <dgm:spPr/>
    </dgm:pt>
    <dgm:pt modelId="{6591B485-14F8-4A72-A58A-6660F3F6F19D}" type="pres">
      <dgm:prSet presAssocID="{ECBEC2E4-2ECE-43FE-A0D4-1B7F59E6477F}" presName="hierRoot3" presStyleCnt="0"/>
      <dgm:spPr/>
    </dgm:pt>
    <dgm:pt modelId="{0EE35F75-1A78-422C-AB0D-BDA6FBD56587}" type="pres">
      <dgm:prSet presAssocID="{ECBEC2E4-2ECE-43FE-A0D4-1B7F59E6477F}" presName="composite3" presStyleCnt="0"/>
      <dgm:spPr/>
    </dgm:pt>
    <dgm:pt modelId="{125F4520-91D4-4A61-A3BB-9BBC73B76628}" type="pres">
      <dgm:prSet presAssocID="{ECBEC2E4-2ECE-43FE-A0D4-1B7F59E6477F}" presName="background3" presStyleLbl="node3" presStyleIdx="1" presStyleCnt="6"/>
      <dgm:spPr/>
    </dgm:pt>
    <dgm:pt modelId="{98FEF986-F6CF-4ABB-8BF0-530A4F6C0C6B}" type="pres">
      <dgm:prSet presAssocID="{ECBEC2E4-2ECE-43FE-A0D4-1B7F59E6477F}" presName="text3" presStyleLbl="fgAcc3" presStyleIdx="1" presStyleCnt="6" custScaleX="297339" custScaleY="172523" custLinFactX="100000" custLinFactY="-200000" custLinFactNeighborX="124988" custLinFactNeighborY="-200163">
        <dgm:presLayoutVars>
          <dgm:chPref val="3"/>
        </dgm:presLayoutVars>
      </dgm:prSet>
      <dgm:spPr/>
    </dgm:pt>
    <dgm:pt modelId="{DB18DCD6-AE88-4D26-8D62-3135D201038A}" type="pres">
      <dgm:prSet presAssocID="{ECBEC2E4-2ECE-43FE-A0D4-1B7F59E6477F}" presName="hierChild4" presStyleCnt="0"/>
      <dgm:spPr/>
    </dgm:pt>
    <dgm:pt modelId="{26572036-540E-46B0-853C-CCD0CA9D6755}" type="pres">
      <dgm:prSet presAssocID="{F935A20D-B644-454A-A962-E76D765E4E8A}" presName="Name17" presStyleLbl="parChTrans1D3" presStyleIdx="2" presStyleCnt="6" custSzX="2307211" custSzY="280178"/>
      <dgm:spPr/>
    </dgm:pt>
    <dgm:pt modelId="{8C695223-2E95-47F1-839E-273DE5F873EA}" type="pres">
      <dgm:prSet presAssocID="{0784BBA3-75AE-4711-B8A2-FD3164C62B89}" presName="hierRoot3" presStyleCnt="0"/>
      <dgm:spPr/>
    </dgm:pt>
    <dgm:pt modelId="{7D8A25D8-8C83-40D8-B1F8-E5EE4E419BCC}" type="pres">
      <dgm:prSet presAssocID="{0784BBA3-75AE-4711-B8A2-FD3164C62B89}" presName="composite3" presStyleCnt="0"/>
      <dgm:spPr/>
    </dgm:pt>
    <dgm:pt modelId="{5BBEFA5A-854C-4C2B-9569-B38FDE9CD253}" type="pres">
      <dgm:prSet presAssocID="{0784BBA3-75AE-4711-B8A2-FD3164C62B89}" presName="background3" presStyleLbl="node3" presStyleIdx="2" presStyleCnt="6"/>
      <dgm:spPr/>
    </dgm:pt>
    <dgm:pt modelId="{4A3400D7-EDB4-492A-997C-AEB18F5B8BA7}" type="pres">
      <dgm:prSet presAssocID="{0784BBA3-75AE-4711-B8A2-FD3164C62B89}" presName="text3" presStyleLbl="fgAcc3" presStyleIdx="2" presStyleCnt="6" custScaleX="412568" custScaleY="237068" custLinFactX="100000" custLinFactY="-200000" custLinFactNeighborX="173364" custLinFactNeighborY="-234694">
        <dgm:presLayoutVars>
          <dgm:chPref val="3"/>
        </dgm:presLayoutVars>
      </dgm:prSet>
      <dgm:spPr/>
    </dgm:pt>
    <dgm:pt modelId="{0B244251-54B8-4656-9627-A06F527EEF0A}" type="pres">
      <dgm:prSet presAssocID="{0784BBA3-75AE-4711-B8A2-FD3164C62B89}" presName="hierChild4" presStyleCnt="0"/>
      <dgm:spPr/>
    </dgm:pt>
    <dgm:pt modelId="{D6226404-AF74-4F98-BC89-3DAC5ED345C6}" type="pres">
      <dgm:prSet presAssocID="{C1ACB880-20BB-40BE-9609-9D3E7966B27D}" presName="Name10" presStyleLbl="parChTrans1D2" presStyleIdx="1" presStyleCnt="2" custSzX="3850838" custSzY="132102"/>
      <dgm:spPr/>
    </dgm:pt>
    <dgm:pt modelId="{73F4082F-C2D3-4C6A-A61E-20539A91D4F0}" type="pres">
      <dgm:prSet presAssocID="{5E9A7C2A-B69B-417C-9B7E-8D256F04C12F}" presName="hierRoot2" presStyleCnt="0"/>
      <dgm:spPr/>
    </dgm:pt>
    <dgm:pt modelId="{90FE2FC2-D719-4B95-B210-978B060EBEF9}" type="pres">
      <dgm:prSet presAssocID="{5E9A7C2A-B69B-417C-9B7E-8D256F04C12F}" presName="composite2" presStyleCnt="0"/>
      <dgm:spPr/>
    </dgm:pt>
    <dgm:pt modelId="{C5A59DC3-1BF3-4CB6-80A7-178AE47DDD5C}" type="pres">
      <dgm:prSet presAssocID="{5E9A7C2A-B69B-417C-9B7E-8D256F04C12F}" presName="background2" presStyleLbl="node2" presStyleIdx="1" presStyleCnt="2"/>
      <dgm:spPr/>
    </dgm:pt>
    <dgm:pt modelId="{255780BB-1872-47DB-A747-072FFE5B2129}" type="pres">
      <dgm:prSet presAssocID="{5E9A7C2A-B69B-417C-9B7E-8D256F04C12F}" presName="text2" presStyleLbl="fgAcc2" presStyleIdx="1" presStyleCnt="2" custScaleX="408122" custScaleY="213255" custLinFactX="38090" custLinFactY="-219145" custLinFactNeighborX="100000" custLinFactNeighborY="-300000">
        <dgm:presLayoutVars>
          <dgm:chPref val="3"/>
        </dgm:presLayoutVars>
      </dgm:prSet>
      <dgm:spPr/>
    </dgm:pt>
    <dgm:pt modelId="{6EB43B45-2D66-4FDC-BF7C-93F56C2AB5A1}" type="pres">
      <dgm:prSet presAssocID="{5E9A7C2A-B69B-417C-9B7E-8D256F04C12F}" presName="hierChild3" presStyleCnt="0"/>
      <dgm:spPr/>
    </dgm:pt>
    <dgm:pt modelId="{7F82BCF6-52B8-4CC3-896F-43C634BA93EE}" type="pres">
      <dgm:prSet presAssocID="{6610FF7F-C180-4F7E-9FD1-A340BE56CF8C}" presName="Name17" presStyleLbl="parChTrans1D3" presStyleIdx="3" presStyleCnt="6" custSzX="4195986" custSzY="1875774"/>
      <dgm:spPr/>
    </dgm:pt>
    <dgm:pt modelId="{730A7144-1755-4224-809D-F4EDCF9EE41C}" type="pres">
      <dgm:prSet presAssocID="{E1786C79-AD15-45B1-AADF-C4CF9D092B09}" presName="hierRoot3" presStyleCnt="0"/>
      <dgm:spPr/>
    </dgm:pt>
    <dgm:pt modelId="{72005E73-B833-40D2-8364-8F6F364E3E60}" type="pres">
      <dgm:prSet presAssocID="{E1786C79-AD15-45B1-AADF-C4CF9D092B09}" presName="composite3" presStyleCnt="0"/>
      <dgm:spPr/>
    </dgm:pt>
    <dgm:pt modelId="{5651C997-DB6C-4CB6-B59F-E3B1E94B0142}" type="pres">
      <dgm:prSet presAssocID="{E1786C79-AD15-45B1-AADF-C4CF9D092B09}" presName="background3" presStyleLbl="node3" presStyleIdx="3" presStyleCnt="6"/>
      <dgm:spPr/>
    </dgm:pt>
    <dgm:pt modelId="{52D35EE6-573F-4918-B3CE-ED129EC5E999}" type="pres">
      <dgm:prSet presAssocID="{E1786C79-AD15-45B1-AADF-C4CF9D092B09}" presName="text3" presStyleLbl="fgAcc3" presStyleIdx="3" presStyleCnt="6" custScaleX="323208" custScaleY="181971" custLinFactX="-200000" custLinFactNeighborX="-263986" custLinFactNeighborY="42145">
        <dgm:presLayoutVars>
          <dgm:chPref val="3"/>
        </dgm:presLayoutVars>
      </dgm:prSet>
      <dgm:spPr/>
    </dgm:pt>
    <dgm:pt modelId="{311F80BC-B7E3-447F-98C1-897D13D158C5}" type="pres">
      <dgm:prSet presAssocID="{E1786C79-AD15-45B1-AADF-C4CF9D092B09}" presName="hierChild4" presStyleCnt="0"/>
      <dgm:spPr/>
    </dgm:pt>
    <dgm:pt modelId="{3EE08EFC-A88D-4979-BE51-669AAAE3B00D}" type="pres">
      <dgm:prSet presAssocID="{44613EBF-F17D-44A0-816C-3140E355B055}" presName="Name17" presStyleLbl="parChTrans1D3" presStyleIdx="4" presStyleCnt="6" custSzX="1637774" custSzY="1875774"/>
      <dgm:spPr/>
    </dgm:pt>
    <dgm:pt modelId="{60C05641-9667-4CE5-A0ED-767B1E88C60F}" type="pres">
      <dgm:prSet presAssocID="{701D48BE-50A4-4317-8749-DC7824853994}" presName="hierRoot3" presStyleCnt="0"/>
      <dgm:spPr/>
    </dgm:pt>
    <dgm:pt modelId="{328110F4-4AD0-412E-8053-BD68E55BAE69}" type="pres">
      <dgm:prSet presAssocID="{701D48BE-50A4-4317-8749-DC7824853994}" presName="composite3" presStyleCnt="0"/>
      <dgm:spPr/>
    </dgm:pt>
    <dgm:pt modelId="{205337DF-B630-43AB-941A-F5CD983E3CE2}" type="pres">
      <dgm:prSet presAssocID="{701D48BE-50A4-4317-8749-DC7824853994}" presName="background3" presStyleLbl="node3" presStyleIdx="4" presStyleCnt="6"/>
      <dgm:spPr/>
    </dgm:pt>
    <dgm:pt modelId="{2621ED34-EAD8-40AD-BD03-34EC78D390AB}" type="pres">
      <dgm:prSet presAssocID="{701D48BE-50A4-4317-8749-DC7824853994}" presName="text3" presStyleLbl="fgAcc3" presStyleIdx="4" presStyleCnt="6" custScaleX="238471" custScaleY="196790" custLinFactX="-100000" custLinFactNeighborX="-143774" custLinFactNeighborY="69125">
        <dgm:presLayoutVars>
          <dgm:chPref val="3"/>
        </dgm:presLayoutVars>
      </dgm:prSet>
      <dgm:spPr/>
    </dgm:pt>
    <dgm:pt modelId="{5174A1C3-9E66-4E69-BA9A-207CA1CA210B}" type="pres">
      <dgm:prSet presAssocID="{701D48BE-50A4-4317-8749-DC7824853994}" presName="hierChild4" presStyleCnt="0"/>
      <dgm:spPr/>
    </dgm:pt>
    <dgm:pt modelId="{AF49CD97-7043-4947-BFDD-9A8584022101}" type="pres">
      <dgm:prSet presAssocID="{A515B4EF-2FC1-4A3A-97EA-C47A975ADCEB}" presName="Name23" presStyleLbl="parChTrans1D4" presStyleIdx="0" presStyleCnt="2" custSzX="1475896" custSzY="585412"/>
      <dgm:spPr/>
    </dgm:pt>
    <dgm:pt modelId="{965F892B-CD84-4966-B804-217FB67E86D2}" type="pres">
      <dgm:prSet presAssocID="{B41DFB5E-8041-46A4-9460-8094E32E8814}" presName="hierRoot4" presStyleCnt="0"/>
      <dgm:spPr/>
    </dgm:pt>
    <dgm:pt modelId="{01DDD1DA-A908-4456-AF3B-6357B11DC699}" type="pres">
      <dgm:prSet presAssocID="{B41DFB5E-8041-46A4-9460-8094E32E8814}" presName="composite4" presStyleCnt="0"/>
      <dgm:spPr/>
    </dgm:pt>
    <dgm:pt modelId="{063AECB8-344F-4419-B571-ABE509130364}" type="pres">
      <dgm:prSet presAssocID="{B41DFB5E-8041-46A4-9460-8094E32E8814}" presName="background4" presStyleLbl="node4" presStyleIdx="0" presStyleCnt="2"/>
      <dgm:spPr/>
    </dgm:pt>
    <dgm:pt modelId="{B0604821-0511-497C-9475-84983C82CF68}" type="pres">
      <dgm:prSet presAssocID="{B41DFB5E-8041-46A4-9460-8094E32E8814}" presName="text4" presStyleLbl="fgAcc4" presStyleIdx="0" presStyleCnt="2" custScaleX="459683" custScaleY="148964" custLinFactX="-203443" custLinFactY="100000" custLinFactNeighborX="-300000" custLinFactNeighborY="194236">
        <dgm:presLayoutVars>
          <dgm:chPref val="3"/>
        </dgm:presLayoutVars>
      </dgm:prSet>
      <dgm:spPr/>
    </dgm:pt>
    <dgm:pt modelId="{4C1D78AC-D52B-4A4F-A5FA-25A398BC7873}" type="pres">
      <dgm:prSet presAssocID="{B41DFB5E-8041-46A4-9460-8094E32E8814}" presName="hierChild5" presStyleCnt="0"/>
      <dgm:spPr/>
    </dgm:pt>
    <dgm:pt modelId="{26D6174C-49BE-4BC1-A661-ABA332F88D96}" type="pres">
      <dgm:prSet presAssocID="{511C840C-23EA-4E5E-A950-D4005B34212B}" presName="Name23" presStyleLbl="parChTrans1D4" presStyleIdx="1" presStyleCnt="2" custSzX="2263023" custSzY="585412"/>
      <dgm:spPr/>
    </dgm:pt>
    <dgm:pt modelId="{C640D1A9-40DE-4C31-BC84-F6F8F9567404}" type="pres">
      <dgm:prSet presAssocID="{29699AB5-428B-446A-A1CF-33716ED0623B}" presName="hierRoot4" presStyleCnt="0"/>
      <dgm:spPr/>
    </dgm:pt>
    <dgm:pt modelId="{C71EAE5F-C5E1-4F1C-BBE5-8C3A99C48CD5}" type="pres">
      <dgm:prSet presAssocID="{29699AB5-428B-446A-A1CF-33716ED0623B}" presName="composite4" presStyleCnt="0"/>
      <dgm:spPr/>
    </dgm:pt>
    <dgm:pt modelId="{6F36EDEB-7210-4DBA-89C1-83DB12564CEA}" type="pres">
      <dgm:prSet presAssocID="{29699AB5-428B-446A-A1CF-33716ED0623B}" presName="background4" presStyleLbl="node4" presStyleIdx="1" presStyleCnt="2"/>
      <dgm:spPr/>
    </dgm:pt>
    <dgm:pt modelId="{1C26B59F-4C66-450B-8750-4A96D316EDA0}" type="pres">
      <dgm:prSet presAssocID="{29699AB5-428B-446A-A1CF-33716ED0623B}" presName="text4" presStyleLbl="fgAcc4" presStyleIdx="1" presStyleCnt="2" custScaleX="452514" custScaleY="148963" custLinFactX="-66692" custLinFactY="100000" custLinFactNeighborX="-100000" custLinFactNeighborY="194236">
        <dgm:presLayoutVars>
          <dgm:chPref val="3"/>
        </dgm:presLayoutVars>
      </dgm:prSet>
      <dgm:spPr/>
    </dgm:pt>
    <dgm:pt modelId="{0E66F776-7337-425D-A33D-C56236DC10FB}" type="pres">
      <dgm:prSet presAssocID="{29699AB5-428B-446A-A1CF-33716ED0623B}" presName="hierChild5" presStyleCnt="0"/>
      <dgm:spPr/>
    </dgm:pt>
    <dgm:pt modelId="{9A0BB6C6-BAD9-4569-89CC-2BAFA98F77B6}" type="pres">
      <dgm:prSet presAssocID="{3CB50639-8D72-4503-9DEB-789E1AAC0482}" presName="Name17" presStyleLbl="parChTrans1D3" presStyleIdx="5" presStyleCnt="6" custSzX="1716160" custSzY="1919495"/>
      <dgm:spPr/>
    </dgm:pt>
    <dgm:pt modelId="{D5133D25-5ADA-44C5-AE08-B73560904A42}" type="pres">
      <dgm:prSet presAssocID="{1F4E1183-F0BD-46E4-8730-7C568ACE199F}" presName="hierRoot3" presStyleCnt="0"/>
      <dgm:spPr/>
    </dgm:pt>
    <dgm:pt modelId="{A1F27AFF-B235-4E46-A0E7-805F8A95BEE4}" type="pres">
      <dgm:prSet presAssocID="{1F4E1183-F0BD-46E4-8730-7C568ACE199F}" presName="composite3" presStyleCnt="0"/>
      <dgm:spPr/>
    </dgm:pt>
    <dgm:pt modelId="{D6DD5BD1-370E-4619-8671-B70805A53F09}" type="pres">
      <dgm:prSet presAssocID="{1F4E1183-F0BD-46E4-8730-7C568ACE199F}" presName="background3" presStyleLbl="node3" presStyleIdx="5" presStyleCnt="6"/>
      <dgm:spPr/>
    </dgm:pt>
    <dgm:pt modelId="{114F46B3-3888-4172-A5E7-3AAE29962D01}" type="pres">
      <dgm:prSet presAssocID="{1F4E1183-F0BD-46E4-8730-7C568ACE199F}" presName="text3" presStyleLbl="fgAcc3" presStyleIdx="5" presStyleCnt="6" custScaleX="333820" custScaleY="172347" custLinFactNeighborX="-7118" custLinFactNeighborY="63595">
        <dgm:presLayoutVars>
          <dgm:chPref val="3"/>
        </dgm:presLayoutVars>
      </dgm:prSet>
      <dgm:spPr/>
    </dgm:pt>
    <dgm:pt modelId="{0DFDBE17-8387-46A6-913D-1A69E00887F1}" type="pres">
      <dgm:prSet presAssocID="{1F4E1183-F0BD-46E4-8730-7C568ACE199F}" presName="hierChild4" presStyleCnt="0"/>
      <dgm:spPr/>
    </dgm:pt>
  </dgm:ptLst>
  <dgm:cxnLst>
    <dgm:cxn modelId="{0ACDCD07-F359-45EC-985D-A949478BCBCC}" type="presOf" srcId="{5E9A7C2A-B69B-417C-9B7E-8D256F04C12F}" destId="{255780BB-1872-47DB-A747-072FFE5B2129}" srcOrd="0" destOrd="0" presId="urn:microsoft.com/office/officeart/2005/8/layout/hierarchy1"/>
    <dgm:cxn modelId="{FCC91714-06DE-4583-967E-640AB663E989}" srcId="{914E7C1D-4AC4-43C0-BA7E-CCB85594056A}" destId="{F0C70572-8D87-4483-9285-5430E374D206}" srcOrd="0" destOrd="0" parTransId="{8ADE35FB-C379-4521-B07E-2E64A2328550}" sibTransId="{67B06ABF-5522-405C-BFEF-1498A03AF0DC}"/>
    <dgm:cxn modelId="{4ACA4620-1C74-4A8A-8BFF-694F316F6368}" type="presOf" srcId="{44613EBF-F17D-44A0-816C-3140E355B055}" destId="{3EE08EFC-A88D-4979-BE51-669AAAE3B00D}" srcOrd="0" destOrd="0" presId="urn:microsoft.com/office/officeart/2005/8/layout/hierarchy1"/>
    <dgm:cxn modelId="{9B116223-B8F3-4F3D-83F6-C6D335FC867E}" type="presOf" srcId="{A515B4EF-2FC1-4A3A-97EA-C47A975ADCEB}" destId="{AF49CD97-7043-4947-BFDD-9A8584022101}" srcOrd="0" destOrd="0" presId="urn:microsoft.com/office/officeart/2005/8/layout/hierarchy1"/>
    <dgm:cxn modelId="{FD66C027-7A9E-4041-A6E2-738923FD31EB}" type="presOf" srcId="{29699AB5-428B-446A-A1CF-33716ED0623B}" destId="{1C26B59F-4C66-450B-8750-4A96D316EDA0}" srcOrd="0" destOrd="0" presId="urn:microsoft.com/office/officeart/2005/8/layout/hierarchy1"/>
    <dgm:cxn modelId="{6FEB153A-B611-4446-9EB2-F9A2FAFE9716}" srcId="{354A9390-569E-46AB-9FCE-542BA3B9757C}" destId="{0784BBA3-75AE-4711-B8A2-FD3164C62B89}" srcOrd="2" destOrd="0" parTransId="{F935A20D-B644-454A-A962-E76D765E4E8A}" sibTransId="{EEC16F26-C22C-4464-B977-B8BDFC6BFF21}"/>
    <dgm:cxn modelId="{6A8EC93D-09F6-4F45-99F1-CA71410A69BA}" type="presOf" srcId="{F0C70572-8D87-4483-9285-5430E374D206}" destId="{449B6C3A-5333-4FA4-8855-9C6774666DA8}" srcOrd="0" destOrd="0" presId="urn:microsoft.com/office/officeart/2005/8/layout/hierarchy1"/>
    <dgm:cxn modelId="{9D21FF5B-9F2B-4E82-B015-2B961FC44046}" type="presOf" srcId="{C1ACB880-20BB-40BE-9609-9D3E7966B27D}" destId="{D6226404-AF74-4F98-BC89-3DAC5ED345C6}" srcOrd="0" destOrd="0" presId="urn:microsoft.com/office/officeart/2005/8/layout/hierarchy1"/>
    <dgm:cxn modelId="{3491C860-012A-46AB-9AF0-5A722F753B65}" type="presOf" srcId="{1F4E1183-F0BD-46E4-8730-7C568ACE199F}" destId="{114F46B3-3888-4172-A5E7-3AAE29962D01}" srcOrd="0" destOrd="0" presId="urn:microsoft.com/office/officeart/2005/8/layout/hierarchy1"/>
    <dgm:cxn modelId="{8774A56A-5A2B-4BD0-87FE-9BF1DB2A0ACD}" srcId="{F0C70572-8D87-4483-9285-5430E374D206}" destId="{354A9390-569E-46AB-9FCE-542BA3B9757C}" srcOrd="0" destOrd="0" parTransId="{D7DC0DF8-D186-4D89-B483-E36C8B6E752C}" sibTransId="{98675E65-9DA5-4078-BBAE-CB6904C03BDB}"/>
    <dgm:cxn modelId="{9CCE0D6E-209E-48A6-B253-B63FB6EE2EA6}" type="presOf" srcId="{232E8BB2-B2C4-4665-9E52-9CC6FC01A4A8}" destId="{F5BC3344-A91E-46F5-BA77-92DBD52B98A2}" srcOrd="0" destOrd="0" presId="urn:microsoft.com/office/officeart/2005/8/layout/hierarchy1"/>
    <dgm:cxn modelId="{F36A6F6E-50F9-49D8-B884-45BD24DE3BEF}" type="presOf" srcId="{ECBEC2E4-2ECE-43FE-A0D4-1B7F59E6477F}" destId="{98FEF986-F6CF-4ABB-8BF0-530A4F6C0C6B}" srcOrd="0" destOrd="0" presId="urn:microsoft.com/office/officeart/2005/8/layout/hierarchy1"/>
    <dgm:cxn modelId="{DBA0986F-64B0-4EFD-B55F-C62276C40FB8}" type="presOf" srcId="{701D48BE-50A4-4317-8749-DC7824853994}" destId="{2621ED34-EAD8-40AD-BD03-34EC78D390AB}" srcOrd="0" destOrd="0" presId="urn:microsoft.com/office/officeart/2005/8/layout/hierarchy1"/>
    <dgm:cxn modelId="{A798A451-786D-47D9-BD4E-0EE553C5169D}" srcId="{354A9390-569E-46AB-9FCE-542BA3B9757C}" destId="{A1151B63-424B-4F39-9B21-30316498D18E}" srcOrd="0" destOrd="0" parTransId="{232E8BB2-B2C4-4665-9E52-9CC6FC01A4A8}" sibTransId="{93395D0A-3AE5-4791-8DF5-209E3769F8EA}"/>
    <dgm:cxn modelId="{A3E73552-7925-42FE-99FE-69098ABC4D7B}" srcId="{701D48BE-50A4-4317-8749-DC7824853994}" destId="{29699AB5-428B-446A-A1CF-33716ED0623B}" srcOrd="1" destOrd="0" parTransId="{511C840C-23EA-4E5E-A950-D4005B34212B}" sibTransId="{B3FF00A9-85A9-45AA-898E-40C2A4A594A0}"/>
    <dgm:cxn modelId="{B3ACE372-3481-47BD-8161-F962038BBBA3}" type="presOf" srcId="{0784BBA3-75AE-4711-B8A2-FD3164C62B89}" destId="{4A3400D7-EDB4-492A-997C-AEB18F5B8BA7}" srcOrd="0" destOrd="0" presId="urn:microsoft.com/office/officeart/2005/8/layout/hierarchy1"/>
    <dgm:cxn modelId="{79F0F17E-51B0-4767-80E9-8E0B1DD63380}" srcId="{5E9A7C2A-B69B-417C-9B7E-8D256F04C12F}" destId="{1F4E1183-F0BD-46E4-8730-7C568ACE199F}" srcOrd="2" destOrd="0" parTransId="{3CB50639-8D72-4503-9DEB-789E1AAC0482}" sibTransId="{0FD05F94-A21C-4C19-93A1-AB07DFA05471}"/>
    <dgm:cxn modelId="{D29DB481-5ADB-42CA-9118-5BCEA99B4301}" srcId="{F0C70572-8D87-4483-9285-5430E374D206}" destId="{5E9A7C2A-B69B-417C-9B7E-8D256F04C12F}" srcOrd="1" destOrd="0" parTransId="{C1ACB880-20BB-40BE-9609-9D3E7966B27D}" sibTransId="{C7990AAB-B301-4339-B44B-F2F2A30747B8}"/>
    <dgm:cxn modelId="{935AB289-32C6-421A-8247-E32E3F726224}" srcId="{5E9A7C2A-B69B-417C-9B7E-8D256F04C12F}" destId="{701D48BE-50A4-4317-8749-DC7824853994}" srcOrd="1" destOrd="0" parTransId="{44613EBF-F17D-44A0-816C-3140E355B055}" sibTransId="{D750E905-CB04-40C6-9D8B-80D788DB75F8}"/>
    <dgm:cxn modelId="{2BCCC08C-C242-4DD0-99FF-CD1D827A17FF}" type="presOf" srcId="{E1786C79-AD15-45B1-AADF-C4CF9D092B09}" destId="{52D35EE6-573F-4918-B3CE-ED129EC5E999}" srcOrd="0" destOrd="0" presId="urn:microsoft.com/office/officeart/2005/8/layout/hierarchy1"/>
    <dgm:cxn modelId="{D7762E8E-1426-4950-9349-51E80B0C9054}" type="presOf" srcId="{F935A20D-B644-454A-A962-E76D765E4E8A}" destId="{26572036-540E-46B0-853C-CCD0CA9D6755}" srcOrd="0" destOrd="0" presId="urn:microsoft.com/office/officeart/2005/8/layout/hierarchy1"/>
    <dgm:cxn modelId="{B7AB76A4-6533-4A4E-B0F9-B9835706A940}" type="presOf" srcId="{A1151B63-424B-4F39-9B21-30316498D18E}" destId="{198FDACF-285F-4924-9B43-6814196A07DA}" srcOrd="0" destOrd="0" presId="urn:microsoft.com/office/officeart/2005/8/layout/hierarchy1"/>
    <dgm:cxn modelId="{39F99AAF-1247-4060-AD94-FE9CC0A6637C}" type="presOf" srcId="{B41DFB5E-8041-46A4-9460-8094E32E8814}" destId="{B0604821-0511-497C-9475-84983C82CF68}" srcOrd="0" destOrd="0" presId="urn:microsoft.com/office/officeart/2005/8/layout/hierarchy1"/>
    <dgm:cxn modelId="{BE7C31B3-F6EE-4C5F-B168-C46F886DF563}" srcId="{701D48BE-50A4-4317-8749-DC7824853994}" destId="{B41DFB5E-8041-46A4-9460-8094E32E8814}" srcOrd="0" destOrd="0" parTransId="{A515B4EF-2FC1-4A3A-97EA-C47A975ADCEB}" sibTransId="{1A2DE528-E23A-4904-B11D-2CB07C171378}"/>
    <dgm:cxn modelId="{F36448C2-937E-4A6E-BAE0-37C7B093600B}" type="presOf" srcId="{3CB50639-8D72-4503-9DEB-789E1AAC0482}" destId="{9A0BB6C6-BAD9-4569-89CC-2BAFA98F77B6}" srcOrd="0" destOrd="0" presId="urn:microsoft.com/office/officeart/2005/8/layout/hierarchy1"/>
    <dgm:cxn modelId="{1716C8C7-2B1B-4E09-958C-8015A088E0B8}" type="presOf" srcId="{354A9390-569E-46AB-9FCE-542BA3B9757C}" destId="{B5379440-BE5A-4561-9087-9B4B4314F0D8}" srcOrd="0" destOrd="0" presId="urn:microsoft.com/office/officeart/2005/8/layout/hierarchy1"/>
    <dgm:cxn modelId="{E33AF9CB-69B2-430E-B0D8-29808971A56F}" srcId="{354A9390-569E-46AB-9FCE-542BA3B9757C}" destId="{ECBEC2E4-2ECE-43FE-A0D4-1B7F59E6477F}" srcOrd="1" destOrd="0" parTransId="{7B37399D-5881-41F6-BCF7-D313508C7A7D}" sibTransId="{AA30B226-6F43-4836-861E-DD7A3ABF1214}"/>
    <dgm:cxn modelId="{EEBC0DD3-B019-4323-82E8-2EEB27DF6180}" type="presOf" srcId="{6610FF7F-C180-4F7E-9FD1-A340BE56CF8C}" destId="{7F82BCF6-52B8-4CC3-896F-43C634BA93EE}" srcOrd="0" destOrd="0" presId="urn:microsoft.com/office/officeart/2005/8/layout/hierarchy1"/>
    <dgm:cxn modelId="{B9D40AD9-83B6-4439-9A2C-BCA1ADE2278A}" type="presOf" srcId="{511C840C-23EA-4E5E-A950-D4005B34212B}" destId="{26D6174C-49BE-4BC1-A661-ABA332F88D96}" srcOrd="0" destOrd="0" presId="urn:microsoft.com/office/officeart/2005/8/layout/hierarchy1"/>
    <dgm:cxn modelId="{7253D8DD-E405-425C-91BC-E8019BD8ED69}" type="presOf" srcId="{7B37399D-5881-41F6-BCF7-D313508C7A7D}" destId="{4DA2270D-0E1A-49B9-A4EE-00DC38D78E44}" srcOrd="0" destOrd="0" presId="urn:microsoft.com/office/officeart/2005/8/layout/hierarchy1"/>
    <dgm:cxn modelId="{7E549EE6-A088-414A-ADBA-A4EB48601E17}" type="presOf" srcId="{914E7C1D-4AC4-43C0-BA7E-CCB85594056A}" destId="{2A77A7AB-3112-45A2-A29D-1B8999F55082}" srcOrd="0" destOrd="0" presId="urn:microsoft.com/office/officeart/2005/8/layout/hierarchy1"/>
    <dgm:cxn modelId="{AE0AB2EA-ABF0-4988-ABCC-CCC56E81FE7E}" srcId="{5E9A7C2A-B69B-417C-9B7E-8D256F04C12F}" destId="{E1786C79-AD15-45B1-AADF-C4CF9D092B09}" srcOrd="0" destOrd="0" parTransId="{6610FF7F-C180-4F7E-9FD1-A340BE56CF8C}" sibTransId="{E8441902-FF15-4087-9D39-A941BB726AB7}"/>
    <dgm:cxn modelId="{E7798EEC-7AAA-49B8-BE31-4B16D99C1083}" type="presOf" srcId="{D7DC0DF8-D186-4D89-B483-E36C8B6E752C}" destId="{5C29A67A-B16D-42EF-B198-8AA394F20207}" srcOrd="0" destOrd="0" presId="urn:microsoft.com/office/officeart/2005/8/layout/hierarchy1"/>
    <dgm:cxn modelId="{F71F2848-63F3-4195-8EDD-9175DCD9C52C}" type="presParOf" srcId="{2A77A7AB-3112-45A2-A29D-1B8999F55082}" destId="{1DFF4848-FE72-419A-A65C-CBE7AC8D7F3E}" srcOrd="0" destOrd="0" presId="urn:microsoft.com/office/officeart/2005/8/layout/hierarchy1"/>
    <dgm:cxn modelId="{F20655BF-076D-434F-A8CC-9DBFCFAD3D14}" type="presParOf" srcId="{1DFF4848-FE72-419A-A65C-CBE7AC8D7F3E}" destId="{D278B995-E87D-429D-B7C1-E85901FCA23A}" srcOrd="0" destOrd="0" presId="urn:microsoft.com/office/officeart/2005/8/layout/hierarchy1"/>
    <dgm:cxn modelId="{FFB5EBCD-6172-4972-85C5-BE83EED12D51}" type="presParOf" srcId="{D278B995-E87D-429D-B7C1-E85901FCA23A}" destId="{011344F0-DCC8-4706-81EB-6E9421427C03}" srcOrd="0" destOrd="0" presId="urn:microsoft.com/office/officeart/2005/8/layout/hierarchy1"/>
    <dgm:cxn modelId="{E2B8E5A0-AFC5-4A94-A315-E8529725BB90}" type="presParOf" srcId="{D278B995-E87D-429D-B7C1-E85901FCA23A}" destId="{449B6C3A-5333-4FA4-8855-9C6774666DA8}" srcOrd="1" destOrd="0" presId="urn:microsoft.com/office/officeart/2005/8/layout/hierarchy1"/>
    <dgm:cxn modelId="{E5B39799-42B1-424A-90ED-9F51AB501C67}" type="presParOf" srcId="{1DFF4848-FE72-419A-A65C-CBE7AC8D7F3E}" destId="{8FF8FE07-C15E-4547-8B65-73062E869D27}" srcOrd="1" destOrd="0" presId="urn:microsoft.com/office/officeart/2005/8/layout/hierarchy1"/>
    <dgm:cxn modelId="{675DD63B-08A4-4AD3-AD44-2E93B6471410}" type="presParOf" srcId="{8FF8FE07-C15E-4547-8B65-73062E869D27}" destId="{5C29A67A-B16D-42EF-B198-8AA394F20207}" srcOrd="0" destOrd="0" presId="urn:microsoft.com/office/officeart/2005/8/layout/hierarchy1"/>
    <dgm:cxn modelId="{AB5E77C4-347C-4279-87F4-A0827DDFB16F}" type="presParOf" srcId="{8FF8FE07-C15E-4547-8B65-73062E869D27}" destId="{38AC4735-C80C-409C-A90B-456616CAA576}" srcOrd="1" destOrd="0" presId="urn:microsoft.com/office/officeart/2005/8/layout/hierarchy1"/>
    <dgm:cxn modelId="{07C5BB1B-8A5C-4720-8242-B4393DCB6229}" type="presParOf" srcId="{38AC4735-C80C-409C-A90B-456616CAA576}" destId="{307C0177-EBFE-4E15-9ED0-5387A9AA542E}" srcOrd="0" destOrd="0" presId="urn:microsoft.com/office/officeart/2005/8/layout/hierarchy1"/>
    <dgm:cxn modelId="{DC75FEB8-8C17-4C32-8D0F-1F0EE40D5489}" type="presParOf" srcId="{307C0177-EBFE-4E15-9ED0-5387A9AA542E}" destId="{368C098C-B730-4634-A47B-EA59AE17FFEE}" srcOrd="0" destOrd="0" presId="urn:microsoft.com/office/officeart/2005/8/layout/hierarchy1"/>
    <dgm:cxn modelId="{2BBD44C7-1D40-4B24-9F2D-73877CEF89A5}" type="presParOf" srcId="{307C0177-EBFE-4E15-9ED0-5387A9AA542E}" destId="{B5379440-BE5A-4561-9087-9B4B4314F0D8}" srcOrd="1" destOrd="0" presId="urn:microsoft.com/office/officeart/2005/8/layout/hierarchy1"/>
    <dgm:cxn modelId="{F3695189-953C-4DBB-8BA0-8B1FD4350A21}" type="presParOf" srcId="{38AC4735-C80C-409C-A90B-456616CAA576}" destId="{6FF1379A-6A52-486A-AC39-D4AFD58E3AB4}" srcOrd="1" destOrd="0" presId="urn:microsoft.com/office/officeart/2005/8/layout/hierarchy1"/>
    <dgm:cxn modelId="{E6BE84B0-D03E-46E2-9A58-A6052B70891F}" type="presParOf" srcId="{6FF1379A-6A52-486A-AC39-D4AFD58E3AB4}" destId="{F5BC3344-A91E-46F5-BA77-92DBD52B98A2}" srcOrd="0" destOrd="0" presId="urn:microsoft.com/office/officeart/2005/8/layout/hierarchy1"/>
    <dgm:cxn modelId="{D449FB01-F03D-4FBE-BC7D-FDB800AC7756}" type="presParOf" srcId="{6FF1379A-6A52-486A-AC39-D4AFD58E3AB4}" destId="{25770F68-9F07-4919-B094-02C9E164F2C7}" srcOrd="1" destOrd="0" presId="urn:microsoft.com/office/officeart/2005/8/layout/hierarchy1"/>
    <dgm:cxn modelId="{E2CD2E14-CD23-448C-B7BA-49EAF9E02FC8}" type="presParOf" srcId="{25770F68-9F07-4919-B094-02C9E164F2C7}" destId="{013F513E-EA88-433E-B946-7C252AEC4D7D}" srcOrd="0" destOrd="0" presId="urn:microsoft.com/office/officeart/2005/8/layout/hierarchy1"/>
    <dgm:cxn modelId="{6CA1EE76-A29B-4987-90A5-4C32E909E4B1}" type="presParOf" srcId="{013F513E-EA88-433E-B946-7C252AEC4D7D}" destId="{93296B80-AE8E-4748-96DA-030CF9BCA9D9}" srcOrd="0" destOrd="0" presId="urn:microsoft.com/office/officeart/2005/8/layout/hierarchy1"/>
    <dgm:cxn modelId="{200D30C9-4603-49D4-A59C-2965472C6700}" type="presParOf" srcId="{013F513E-EA88-433E-B946-7C252AEC4D7D}" destId="{198FDACF-285F-4924-9B43-6814196A07DA}" srcOrd="1" destOrd="0" presId="urn:microsoft.com/office/officeart/2005/8/layout/hierarchy1"/>
    <dgm:cxn modelId="{8C9A3229-A840-4DE6-B8EA-6C64D720EF16}" type="presParOf" srcId="{25770F68-9F07-4919-B094-02C9E164F2C7}" destId="{D212C855-9F67-4964-B58B-24D6319F6651}" srcOrd="1" destOrd="0" presId="urn:microsoft.com/office/officeart/2005/8/layout/hierarchy1"/>
    <dgm:cxn modelId="{EFBE8DAD-B990-43F8-88E1-54B0FAC418AB}" type="presParOf" srcId="{6FF1379A-6A52-486A-AC39-D4AFD58E3AB4}" destId="{4DA2270D-0E1A-49B9-A4EE-00DC38D78E44}" srcOrd="2" destOrd="0" presId="urn:microsoft.com/office/officeart/2005/8/layout/hierarchy1"/>
    <dgm:cxn modelId="{A9801B57-928E-4246-BD34-5B3712790CBE}" type="presParOf" srcId="{6FF1379A-6A52-486A-AC39-D4AFD58E3AB4}" destId="{6591B485-14F8-4A72-A58A-6660F3F6F19D}" srcOrd="3" destOrd="0" presId="urn:microsoft.com/office/officeart/2005/8/layout/hierarchy1"/>
    <dgm:cxn modelId="{4347A386-1CC7-4CA5-A071-1B30C76D926A}" type="presParOf" srcId="{6591B485-14F8-4A72-A58A-6660F3F6F19D}" destId="{0EE35F75-1A78-422C-AB0D-BDA6FBD56587}" srcOrd="0" destOrd="0" presId="urn:microsoft.com/office/officeart/2005/8/layout/hierarchy1"/>
    <dgm:cxn modelId="{AD60D378-3F81-403E-B75E-E26232CD6AEE}" type="presParOf" srcId="{0EE35F75-1A78-422C-AB0D-BDA6FBD56587}" destId="{125F4520-91D4-4A61-A3BB-9BBC73B76628}" srcOrd="0" destOrd="0" presId="urn:microsoft.com/office/officeart/2005/8/layout/hierarchy1"/>
    <dgm:cxn modelId="{A1C1FF1B-6643-4232-A6BB-BA5C88AD4EE5}" type="presParOf" srcId="{0EE35F75-1A78-422C-AB0D-BDA6FBD56587}" destId="{98FEF986-F6CF-4ABB-8BF0-530A4F6C0C6B}" srcOrd="1" destOrd="0" presId="urn:microsoft.com/office/officeart/2005/8/layout/hierarchy1"/>
    <dgm:cxn modelId="{89CFD7CE-53B0-4D58-937D-882B9EA5927E}" type="presParOf" srcId="{6591B485-14F8-4A72-A58A-6660F3F6F19D}" destId="{DB18DCD6-AE88-4D26-8D62-3135D201038A}" srcOrd="1" destOrd="0" presId="urn:microsoft.com/office/officeart/2005/8/layout/hierarchy1"/>
    <dgm:cxn modelId="{7C995278-45E6-4534-B4B9-E8522BDC4FB2}" type="presParOf" srcId="{6FF1379A-6A52-486A-AC39-D4AFD58E3AB4}" destId="{26572036-540E-46B0-853C-CCD0CA9D6755}" srcOrd="4" destOrd="0" presId="urn:microsoft.com/office/officeart/2005/8/layout/hierarchy1"/>
    <dgm:cxn modelId="{811E62B7-7E1D-4323-B25B-649F70E6CC5C}" type="presParOf" srcId="{6FF1379A-6A52-486A-AC39-D4AFD58E3AB4}" destId="{8C695223-2E95-47F1-839E-273DE5F873EA}" srcOrd="5" destOrd="0" presId="urn:microsoft.com/office/officeart/2005/8/layout/hierarchy1"/>
    <dgm:cxn modelId="{6CC55241-57B1-4A19-BB9A-F7C2A19C70AA}" type="presParOf" srcId="{8C695223-2E95-47F1-839E-273DE5F873EA}" destId="{7D8A25D8-8C83-40D8-B1F8-E5EE4E419BCC}" srcOrd="0" destOrd="0" presId="urn:microsoft.com/office/officeart/2005/8/layout/hierarchy1"/>
    <dgm:cxn modelId="{E50B02A1-4994-4695-9ADE-7DEA026A4993}" type="presParOf" srcId="{7D8A25D8-8C83-40D8-B1F8-E5EE4E419BCC}" destId="{5BBEFA5A-854C-4C2B-9569-B38FDE9CD253}" srcOrd="0" destOrd="0" presId="urn:microsoft.com/office/officeart/2005/8/layout/hierarchy1"/>
    <dgm:cxn modelId="{242D92BA-E449-4F1D-BE49-7340A9A03C32}" type="presParOf" srcId="{7D8A25D8-8C83-40D8-B1F8-E5EE4E419BCC}" destId="{4A3400D7-EDB4-492A-997C-AEB18F5B8BA7}" srcOrd="1" destOrd="0" presId="urn:microsoft.com/office/officeart/2005/8/layout/hierarchy1"/>
    <dgm:cxn modelId="{1F2CF968-CDA6-452B-8572-20CBB70FA2A5}" type="presParOf" srcId="{8C695223-2E95-47F1-839E-273DE5F873EA}" destId="{0B244251-54B8-4656-9627-A06F527EEF0A}" srcOrd="1" destOrd="0" presId="urn:microsoft.com/office/officeart/2005/8/layout/hierarchy1"/>
    <dgm:cxn modelId="{1EB753EE-A1BC-4264-ACA9-F2834978D7C3}" type="presParOf" srcId="{8FF8FE07-C15E-4547-8B65-73062E869D27}" destId="{D6226404-AF74-4F98-BC89-3DAC5ED345C6}" srcOrd="2" destOrd="0" presId="urn:microsoft.com/office/officeart/2005/8/layout/hierarchy1"/>
    <dgm:cxn modelId="{7BDF7D97-463D-49F0-B175-56DE24369EEF}" type="presParOf" srcId="{8FF8FE07-C15E-4547-8B65-73062E869D27}" destId="{73F4082F-C2D3-4C6A-A61E-20539A91D4F0}" srcOrd="3" destOrd="0" presId="urn:microsoft.com/office/officeart/2005/8/layout/hierarchy1"/>
    <dgm:cxn modelId="{138C696D-5334-4A2D-A057-D8F2D570F0FB}" type="presParOf" srcId="{73F4082F-C2D3-4C6A-A61E-20539A91D4F0}" destId="{90FE2FC2-D719-4B95-B210-978B060EBEF9}" srcOrd="0" destOrd="0" presId="urn:microsoft.com/office/officeart/2005/8/layout/hierarchy1"/>
    <dgm:cxn modelId="{6294A331-1BCC-41D9-BF2F-3DCEB0B0C0EB}" type="presParOf" srcId="{90FE2FC2-D719-4B95-B210-978B060EBEF9}" destId="{C5A59DC3-1BF3-4CB6-80A7-178AE47DDD5C}" srcOrd="0" destOrd="0" presId="urn:microsoft.com/office/officeart/2005/8/layout/hierarchy1"/>
    <dgm:cxn modelId="{907D9C8C-E0C2-4343-ADFB-9C1EC6B6F2FC}" type="presParOf" srcId="{90FE2FC2-D719-4B95-B210-978B060EBEF9}" destId="{255780BB-1872-47DB-A747-072FFE5B2129}" srcOrd="1" destOrd="0" presId="urn:microsoft.com/office/officeart/2005/8/layout/hierarchy1"/>
    <dgm:cxn modelId="{A6108A65-9B8B-4162-952D-490EA82F0D5B}" type="presParOf" srcId="{73F4082F-C2D3-4C6A-A61E-20539A91D4F0}" destId="{6EB43B45-2D66-4FDC-BF7C-93F56C2AB5A1}" srcOrd="1" destOrd="0" presId="urn:microsoft.com/office/officeart/2005/8/layout/hierarchy1"/>
    <dgm:cxn modelId="{975FF215-C21C-4D02-9FAA-087B4B4911FB}" type="presParOf" srcId="{6EB43B45-2D66-4FDC-BF7C-93F56C2AB5A1}" destId="{7F82BCF6-52B8-4CC3-896F-43C634BA93EE}" srcOrd="0" destOrd="0" presId="urn:microsoft.com/office/officeart/2005/8/layout/hierarchy1"/>
    <dgm:cxn modelId="{52FE3925-63F0-488A-8EB5-CCC4680D0373}" type="presParOf" srcId="{6EB43B45-2D66-4FDC-BF7C-93F56C2AB5A1}" destId="{730A7144-1755-4224-809D-F4EDCF9EE41C}" srcOrd="1" destOrd="0" presId="urn:microsoft.com/office/officeart/2005/8/layout/hierarchy1"/>
    <dgm:cxn modelId="{FB4035A9-426A-4748-9052-6BECDF08749D}" type="presParOf" srcId="{730A7144-1755-4224-809D-F4EDCF9EE41C}" destId="{72005E73-B833-40D2-8364-8F6F364E3E60}" srcOrd="0" destOrd="0" presId="urn:microsoft.com/office/officeart/2005/8/layout/hierarchy1"/>
    <dgm:cxn modelId="{CF72882A-496B-46A5-930E-814005A691B4}" type="presParOf" srcId="{72005E73-B833-40D2-8364-8F6F364E3E60}" destId="{5651C997-DB6C-4CB6-B59F-E3B1E94B0142}" srcOrd="0" destOrd="0" presId="urn:microsoft.com/office/officeart/2005/8/layout/hierarchy1"/>
    <dgm:cxn modelId="{F7584C53-BFD6-4326-BB48-D3BD2B2450BB}" type="presParOf" srcId="{72005E73-B833-40D2-8364-8F6F364E3E60}" destId="{52D35EE6-573F-4918-B3CE-ED129EC5E999}" srcOrd="1" destOrd="0" presId="urn:microsoft.com/office/officeart/2005/8/layout/hierarchy1"/>
    <dgm:cxn modelId="{9A8C35B3-A537-4CF8-995E-7DA7D557C090}" type="presParOf" srcId="{730A7144-1755-4224-809D-F4EDCF9EE41C}" destId="{311F80BC-B7E3-447F-98C1-897D13D158C5}" srcOrd="1" destOrd="0" presId="urn:microsoft.com/office/officeart/2005/8/layout/hierarchy1"/>
    <dgm:cxn modelId="{F5EB5A97-6A16-4734-B4BE-1376D46D6D7C}" type="presParOf" srcId="{6EB43B45-2D66-4FDC-BF7C-93F56C2AB5A1}" destId="{3EE08EFC-A88D-4979-BE51-669AAAE3B00D}" srcOrd="2" destOrd="0" presId="urn:microsoft.com/office/officeart/2005/8/layout/hierarchy1"/>
    <dgm:cxn modelId="{67FE25AE-9341-4657-9F2F-129F87864E68}" type="presParOf" srcId="{6EB43B45-2D66-4FDC-BF7C-93F56C2AB5A1}" destId="{60C05641-9667-4CE5-A0ED-767B1E88C60F}" srcOrd="3" destOrd="0" presId="urn:microsoft.com/office/officeart/2005/8/layout/hierarchy1"/>
    <dgm:cxn modelId="{F0FE6207-DEC7-4D57-A682-CA80FE2E99BF}" type="presParOf" srcId="{60C05641-9667-4CE5-A0ED-767B1E88C60F}" destId="{328110F4-4AD0-412E-8053-BD68E55BAE69}" srcOrd="0" destOrd="0" presId="urn:microsoft.com/office/officeart/2005/8/layout/hierarchy1"/>
    <dgm:cxn modelId="{641979A5-53F4-408F-B6D6-06A321B87C94}" type="presParOf" srcId="{328110F4-4AD0-412E-8053-BD68E55BAE69}" destId="{205337DF-B630-43AB-941A-F5CD983E3CE2}" srcOrd="0" destOrd="0" presId="urn:microsoft.com/office/officeart/2005/8/layout/hierarchy1"/>
    <dgm:cxn modelId="{43881A47-BCAF-43C7-A111-DFCA3BF09878}" type="presParOf" srcId="{328110F4-4AD0-412E-8053-BD68E55BAE69}" destId="{2621ED34-EAD8-40AD-BD03-34EC78D390AB}" srcOrd="1" destOrd="0" presId="urn:microsoft.com/office/officeart/2005/8/layout/hierarchy1"/>
    <dgm:cxn modelId="{F7C30BD5-1267-4A55-80F5-D90DEC0D0911}" type="presParOf" srcId="{60C05641-9667-4CE5-A0ED-767B1E88C60F}" destId="{5174A1C3-9E66-4E69-BA9A-207CA1CA210B}" srcOrd="1" destOrd="0" presId="urn:microsoft.com/office/officeart/2005/8/layout/hierarchy1"/>
    <dgm:cxn modelId="{8FFB3624-60E6-424F-902D-D02488ED2AD1}" type="presParOf" srcId="{5174A1C3-9E66-4E69-BA9A-207CA1CA210B}" destId="{AF49CD97-7043-4947-BFDD-9A8584022101}" srcOrd="0" destOrd="0" presId="urn:microsoft.com/office/officeart/2005/8/layout/hierarchy1"/>
    <dgm:cxn modelId="{DE036164-9970-4256-903D-A5551253B32D}" type="presParOf" srcId="{5174A1C3-9E66-4E69-BA9A-207CA1CA210B}" destId="{965F892B-CD84-4966-B804-217FB67E86D2}" srcOrd="1" destOrd="0" presId="urn:microsoft.com/office/officeart/2005/8/layout/hierarchy1"/>
    <dgm:cxn modelId="{ED3470BF-0E32-4507-90FF-E417AE17429B}" type="presParOf" srcId="{965F892B-CD84-4966-B804-217FB67E86D2}" destId="{01DDD1DA-A908-4456-AF3B-6357B11DC699}" srcOrd="0" destOrd="0" presId="urn:microsoft.com/office/officeart/2005/8/layout/hierarchy1"/>
    <dgm:cxn modelId="{B1F3EFB4-0445-4604-90AA-5C0A1EAE737B}" type="presParOf" srcId="{01DDD1DA-A908-4456-AF3B-6357B11DC699}" destId="{063AECB8-344F-4419-B571-ABE509130364}" srcOrd="0" destOrd="0" presId="urn:microsoft.com/office/officeart/2005/8/layout/hierarchy1"/>
    <dgm:cxn modelId="{FF05E6BE-DDA0-468F-9F4A-5B576B104FF0}" type="presParOf" srcId="{01DDD1DA-A908-4456-AF3B-6357B11DC699}" destId="{B0604821-0511-497C-9475-84983C82CF68}" srcOrd="1" destOrd="0" presId="urn:microsoft.com/office/officeart/2005/8/layout/hierarchy1"/>
    <dgm:cxn modelId="{AE668405-C35E-4ED6-89AE-2A42D0FD04E3}" type="presParOf" srcId="{965F892B-CD84-4966-B804-217FB67E86D2}" destId="{4C1D78AC-D52B-4A4F-A5FA-25A398BC7873}" srcOrd="1" destOrd="0" presId="urn:microsoft.com/office/officeart/2005/8/layout/hierarchy1"/>
    <dgm:cxn modelId="{92FFC51E-FAFD-454B-999A-613725FE4FCE}" type="presParOf" srcId="{5174A1C3-9E66-4E69-BA9A-207CA1CA210B}" destId="{26D6174C-49BE-4BC1-A661-ABA332F88D96}" srcOrd="2" destOrd="0" presId="urn:microsoft.com/office/officeart/2005/8/layout/hierarchy1"/>
    <dgm:cxn modelId="{6B53DCA4-E438-4843-919C-12982EAF7BB0}" type="presParOf" srcId="{5174A1C3-9E66-4E69-BA9A-207CA1CA210B}" destId="{C640D1A9-40DE-4C31-BC84-F6F8F9567404}" srcOrd="3" destOrd="0" presId="urn:microsoft.com/office/officeart/2005/8/layout/hierarchy1"/>
    <dgm:cxn modelId="{9C86931F-348B-49D3-B386-336A8241D3FF}" type="presParOf" srcId="{C640D1A9-40DE-4C31-BC84-F6F8F9567404}" destId="{C71EAE5F-C5E1-4F1C-BBE5-8C3A99C48CD5}" srcOrd="0" destOrd="0" presId="urn:microsoft.com/office/officeart/2005/8/layout/hierarchy1"/>
    <dgm:cxn modelId="{91E1104F-E870-411C-9B86-FD54464F42BF}" type="presParOf" srcId="{C71EAE5F-C5E1-4F1C-BBE5-8C3A99C48CD5}" destId="{6F36EDEB-7210-4DBA-89C1-83DB12564CEA}" srcOrd="0" destOrd="0" presId="urn:microsoft.com/office/officeart/2005/8/layout/hierarchy1"/>
    <dgm:cxn modelId="{C666AB72-EFAE-4427-B0A5-7E7DC40F78B0}" type="presParOf" srcId="{C71EAE5F-C5E1-4F1C-BBE5-8C3A99C48CD5}" destId="{1C26B59F-4C66-450B-8750-4A96D316EDA0}" srcOrd="1" destOrd="0" presId="urn:microsoft.com/office/officeart/2005/8/layout/hierarchy1"/>
    <dgm:cxn modelId="{85FA2566-F90A-4554-9D01-D07CAB6261FC}" type="presParOf" srcId="{C640D1A9-40DE-4C31-BC84-F6F8F9567404}" destId="{0E66F776-7337-425D-A33D-C56236DC10FB}" srcOrd="1" destOrd="0" presId="urn:microsoft.com/office/officeart/2005/8/layout/hierarchy1"/>
    <dgm:cxn modelId="{5C1C7CB9-C0E5-4FD2-B872-5B8D36E36F69}" type="presParOf" srcId="{6EB43B45-2D66-4FDC-BF7C-93F56C2AB5A1}" destId="{9A0BB6C6-BAD9-4569-89CC-2BAFA98F77B6}" srcOrd="4" destOrd="0" presId="urn:microsoft.com/office/officeart/2005/8/layout/hierarchy1"/>
    <dgm:cxn modelId="{4FA7944B-417D-4D36-AFF2-C0FF96466B57}" type="presParOf" srcId="{6EB43B45-2D66-4FDC-BF7C-93F56C2AB5A1}" destId="{D5133D25-5ADA-44C5-AE08-B73560904A42}" srcOrd="5" destOrd="0" presId="urn:microsoft.com/office/officeart/2005/8/layout/hierarchy1"/>
    <dgm:cxn modelId="{B993BFF1-50EB-43DA-AC5C-A7351FC68A25}" type="presParOf" srcId="{D5133D25-5ADA-44C5-AE08-B73560904A42}" destId="{A1F27AFF-B235-4E46-A0E7-805F8A95BEE4}" srcOrd="0" destOrd="0" presId="urn:microsoft.com/office/officeart/2005/8/layout/hierarchy1"/>
    <dgm:cxn modelId="{2EF53FCA-CD1E-4619-A172-9D17344B6B0F}" type="presParOf" srcId="{A1F27AFF-B235-4E46-A0E7-805F8A95BEE4}" destId="{D6DD5BD1-370E-4619-8671-B70805A53F09}" srcOrd="0" destOrd="0" presId="urn:microsoft.com/office/officeart/2005/8/layout/hierarchy1"/>
    <dgm:cxn modelId="{888E0B15-25A0-4142-8057-66B95AA70A24}" type="presParOf" srcId="{A1F27AFF-B235-4E46-A0E7-805F8A95BEE4}" destId="{114F46B3-3888-4172-A5E7-3AAE29962D01}" srcOrd="1" destOrd="0" presId="urn:microsoft.com/office/officeart/2005/8/layout/hierarchy1"/>
    <dgm:cxn modelId="{DA13DE88-36F7-4019-B7BC-5CC98D67A12D}" type="presParOf" srcId="{D5133D25-5ADA-44C5-AE08-B73560904A42}" destId="{0DFDBE17-8387-46A6-913D-1A69E00887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BB6C6-BAD9-4569-89CC-2BAFA98F77B6}">
      <dsp:nvSpPr>
        <dsp:cNvPr id="0" name=""/>
        <dsp:cNvSpPr/>
      </dsp:nvSpPr>
      <dsp:spPr>
        <a:xfrm>
          <a:off x="7235145" y="1624207"/>
          <a:ext cx="679208" cy="1717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7476"/>
              </a:lnTo>
              <a:lnTo>
                <a:pt x="679208" y="1677476"/>
              </a:lnTo>
              <a:lnTo>
                <a:pt x="679208" y="1717336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D6174C-49BE-4BC1-A661-ABA332F88D96}">
      <dsp:nvSpPr>
        <dsp:cNvPr id="0" name=""/>
        <dsp:cNvSpPr/>
      </dsp:nvSpPr>
      <dsp:spPr>
        <a:xfrm>
          <a:off x="5569241" y="3894334"/>
          <a:ext cx="1368430" cy="740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0340"/>
              </a:lnTo>
              <a:lnTo>
                <a:pt x="1368430" y="700340"/>
              </a:lnTo>
              <a:lnTo>
                <a:pt x="1368430" y="74020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49CD97-7043-4947-BFDD-9A8584022101}">
      <dsp:nvSpPr>
        <dsp:cNvPr id="0" name=""/>
        <dsp:cNvSpPr/>
      </dsp:nvSpPr>
      <dsp:spPr>
        <a:xfrm>
          <a:off x="3430603" y="3894334"/>
          <a:ext cx="2138637" cy="740200"/>
        </a:xfrm>
        <a:custGeom>
          <a:avLst/>
          <a:gdLst/>
          <a:ahLst/>
          <a:cxnLst/>
          <a:rect l="0" t="0" r="0" b="0"/>
          <a:pathLst>
            <a:path>
              <a:moveTo>
                <a:pt x="2138637" y="0"/>
              </a:moveTo>
              <a:lnTo>
                <a:pt x="2138637" y="700340"/>
              </a:lnTo>
              <a:lnTo>
                <a:pt x="0" y="700340"/>
              </a:lnTo>
              <a:lnTo>
                <a:pt x="0" y="74020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E08EFC-A88D-4979-BE51-669AAAE3B00D}">
      <dsp:nvSpPr>
        <dsp:cNvPr id="0" name=""/>
        <dsp:cNvSpPr/>
      </dsp:nvSpPr>
      <dsp:spPr>
        <a:xfrm>
          <a:off x="5569241" y="1624207"/>
          <a:ext cx="1665904" cy="1732446"/>
        </a:xfrm>
        <a:custGeom>
          <a:avLst/>
          <a:gdLst/>
          <a:ahLst/>
          <a:cxnLst/>
          <a:rect l="0" t="0" r="0" b="0"/>
          <a:pathLst>
            <a:path>
              <a:moveTo>
                <a:pt x="1665904" y="0"/>
              </a:moveTo>
              <a:lnTo>
                <a:pt x="1665904" y="1692585"/>
              </a:lnTo>
              <a:lnTo>
                <a:pt x="0" y="1692585"/>
              </a:lnTo>
              <a:lnTo>
                <a:pt x="0" y="1732446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82BCF6-52B8-4CC3-896F-43C634BA93EE}">
      <dsp:nvSpPr>
        <dsp:cNvPr id="0" name=""/>
        <dsp:cNvSpPr/>
      </dsp:nvSpPr>
      <dsp:spPr>
        <a:xfrm>
          <a:off x="3317713" y="1624207"/>
          <a:ext cx="3917432" cy="1658729"/>
        </a:xfrm>
        <a:custGeom>
          <a:avLst/>
          <a:gdLst/>
          <a:ahLst/>
          <a:cxnLst/>
          <a:rect l="0" t="0" r="0" b="0"/>
          <a:pathLst>
            <a:path>
              <a:moveTo>
                <a:pt x="3917432" y="0"/>
              </a:moveTo>
              <a:lnTo>
                <a:pt x="3917432" y="1618869"/>
              </a:lnTo>
              <a:lnTo>
                <a:pt x="0" y="1618869"/>
              </a:lnTo>
              <a:lnTo>
                <a:pt x="0" y="1658729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226404-AF74-4F98-BC89-3DAC5ED345C6}">
      <dsp:nvSpPr>
        <dsp:cNvPr id="0" name=""/>
        <dsp:cNvSpPr/>
      </dsp:nvSpPr>
      <dsp:spPr>
        <a:xfrm>
          <a:off x="4665184" y="770013"/>
          <a:ext cx="2569961" cy="2715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664"/>
              </a:lnTo>
              <a:lnTo>
                <a:pt x="2569961" y="231664"/>
              </a:lnTo>
              <a:lnTo>
                <a:pt x="2569961" y="271525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572036-540E-46B0-853C-CCD0CA9D6755}">
      <dsp:nvSpPr>
        <dsp:cNvPr id="0" name=""/>
        <dsp:cNvSpPr/>
      </dsp:nvSpPr>
      <dsp:spPr>
        <a:xfrm>
          <a:off x="1597639" y="1569679"/>
          <a:ext cx="3203221" cy="4956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786"/>
              </a:lnTo>
              <a:lnTo>
                <a:pt x="3203221" y="455786"/>
              </a:lnTo>
              <a:lnTo>
                <a:pt x="3203221" y="49564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A2270D-0E1A-49B9-A4EE-00DC38D78E44}">
      <dsp:nvSpPr>
        <dsp:cNvPr id="0" name=""/>
        <dsp:cNvSpPr/>
      </dsp:nvSpPr>
      <dsp:spPr>
        <a:xfrm>
          <a:off x="1597639" y="1569679"/>
          <a:ext cx="1372169" cy="589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0134"/>
              </a:lnTo>
              <a:lnTo>
                <a:pt x="1372169" y="550134"/>
              </a:lnTo>
              <a:lnTo>
                <a:pt x="1372169" y="58999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BC3344-A91E-46F5-BA77-92DBD52B98A2}">
      <dsp:nvSpPr>
        <dsp:cNvPr id="0" name=""/>
        <dsp:cNvSpPr/>
      </dsp:nvSpPr>
      <dsp:spPr>
        <a:xfrm>
          <a:off x="584404" y="1569679"/>
          <a:ext cx="1013235" cy="750742"/>
        </a:xfrm>
        <a:custGeom>
          <a:avLst/>
          <a:gdLst/>
          <a:ahLst/>
          <a:cxnLst/>
          <a:rect l="0" t="0" r="0" b="0"/>
          <a:pathLst>
            <a:path>
              <a:moveTo>
                <a:pt x="1013235" y="0"/>
              </a:moveTo>
              <a:lnTo>
                <a:pt x="1013235" y="710881"/>
              </a:lnTo>
              <a:lnTo>
                <a:pt x="0" y="710881"/>
              </a:lnTo>
              <a:lnTo>
                <a:pt x="0" y="75074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29A67A-B16D-42EF-B198-8AA394F20207}">
      <dsp:nvSpPr>
        <dsp:cNvPr id="0" name=""/>
        <dsp:cNvSpPr/>
      </dsp:nvSpPr>
      <dsp:spPr>
        <a:xfrm>
          <a:off x="1597639" y="770013"/>
          <a:ext cx="3067544" cy="131759"/>
        </a:xfrm>
        <a:custGeom>
          <a:avLst/>
          <a:gdLst/>
          <a:ahLst/>
          <a:cxnLst/>
          <a:rect l="0" t="0" r="0" b="0"/>
          <a:pathLst>
            <a:path>
              <a:moveTo>
                <a:pt x="3067544" y="0"/>
              </a:moveTo>
              <a:lnTo>
                <a:pt x="3067544" y="91898"/>
              </a:lnTo>
              <a:lnTo>
                <a:pt x="0" y="91898"/>
              </a:lnTo>
              <a:lnTo>
                <a:pt x="0" y="131759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1344F0-DCC8-4706-81EB-6E9421427C03}">
      <dsp:nvSpPr>
        <dsp:cNvPr id="0" name=""/>
        <dsp:cNvSpPr/>
      </dsp:nvSpPr>
      <dsp:spPr>
        <a:xfrm>
          <a:off x="3984901" y="272821"/>
          <a:ext cx="1360566" cy="49719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B6C3A-5333-4FA4-8855-9C6774666DA8}">
      <dsp:nvSpPr>
        <dsp:cNvPr id="0" name=""/>
        <dsp:cNvSpPr/>
      </dsp:nvSpPr>
      <dsp:spPr>
        <a:xfrm>
          <a:off x="4032709" y="318239"/>
          <a:ext cx="1360566" cy="497192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Calibri" pitchFamily="34" charset="0"/>
            </a:rPr>
            <a:t>Isomerism</a:t>
          </a:r>
          <a:endParaRPr lang="el-GR" sz="1500" b="1" kern="1200" dirty="0">
            <a:solidFill>
              <a:schemeClr val="tx1"/>
            </a:solidFill>
            <a:latin typeface="Calibri" pitchFamily="34" charset="0"/>
          </a:endParaRPr>
        </a:p>
      </dsp:txBody>
      <dsp:txXfrm>
        <a:off x="4047271" y="332801"/>
        <a:ext cx="1331442" cy="468068"/>
      </dsp:txXfrm>
    </dsp:sp>
    <dsp:sp modelId="{368C098C-B730-4634-A47B-EA59AE17FFEE}">
      <dsp:nvSpPr>
        <dsp:cNvPr id="0" name=""/>
        <dsp:cNvSpPr/>
      </dsp:nvSpPr>
      <dsp:spPr>
        <a:xfrm>
          <a:off x="774086" y="901772"/>
          <a:ext cx="1647105" cy="6679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79440-BE5A-4561-9087-9B4B4314F0D8}">
      <dsp:nvSpPr>
        <dsp:cNvPr id="0" name=""/>
        <dsp:cNvSpPr/>
      </dsp:nvSpPr>
      <dsp:spPr>
        <a:xfrm>
          <a:off x="821895" y="947190"/>
          <a:ext cx="1647105" cy="667906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Calibri" pitchFamily="34" charset="0"/>
            </a:rPr>
            <a:t>Structural Isomerism</a:t>
          </a:r>
          <a:endParaRPr lang="el-GR" sz="1500" b="1" kern="1200" dirty="0">
            <a:solidFill>
              <a:schemeClr val="tx1"/>
            </a:solidFill>
            <a:latin typeface="Calibri" pitchFamily="34" charset="0"/>
          </a:endParaRPr>
        </a:p>
      </dsp:txBody>
      <dsp:txXfrm>
        <a:off x="841457" y="966752"/>
        <a:ext cx="1607981" cy="628782"/>
      </dsp:txXfrm>
    </dsp:sp>
    <dsp:sp modelId="{93296B80-AE8E-4748-96DA-030CF9BCA9D9}">
      <dsp:nvSpPr>
        <dsp:cNvPr id="0" name=""/>
        <dsp:cNvSpPr/>
      </dsp:nvSpPr>
      <dsp:spPr>
        <a:xfrm>
          <a:off x="-47808" y="2320421"/>
          <a:ext cx="1264425" cy="4600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FDACF-285F-4924-9B43-6814196A07DA}">
      <dsp:nvSpPr>
        <dsp:cNvPr id="0" name=""/>
        <dsp:cNvSpPr/>
      </dsp:nvSpPr>
      <dsp:spPr>
        <a:xfrm>
          <a:off x="0" y="2365839"/>
          <a:ext cx="1264425" cy="46009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Calibri" pitchFamily="34" charset="0"/>
            </a:rPr>
            <a:t>C-C arrangement</a:t>
          </a:r>
          <a:endParaRPr lang="el-GR" sz="1500" b="1" kern="1200" dirty="0">
            <a:solidFill>
              <a:schemeClr val="tx1"/>
            </a:solidFill>
            <a:latin typeface="Calibri" pitchFamily="34" charset="0"/>
          </a:endParaRPr>
        </a:p>
      </dsp:txBody>
      <dsp:txXfrm>
        <a:off x="13476" y="2379315"/>
        <a:ext cx="1237473" cy="433141"/>
      </dsp:txXfrm>
    </dsp:sp>
    <dsp:sp modelId="{125F4520-91D4-4A61-A3BB-9BBC73B76628}">
      <dsp:nvSpPr>
        <dsp:cNvPr id="0" name=""/>
        <dsp:cNvSpPr/>
      </dsp:nvSpPr>
      <dsp:spPr>
        <a:xfrm>
          <a:off x="2330117" y="2159674"/>
          <a:ext cx="1279382" cy="4713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EF986-F6CF-4ABB-8BF0-530A4F6C0C6B}">
      <dsp:nvSpPr>
        <dsp:cNvPr id="0" name=""/>
        <dsp:cNvSpPr/>
      </dsp:nvSpPr>
      <dsp:spPr>
        <a:xfrm>
          <a:off x="2377926" y="2205092"/>
          <a:ext cx="1279382" cy="471377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Calibri" pitchFamily="34" charset="0"/>
            </a:rPr>
            <a:t>Functional groups position</a:t>
          </a:r>
          <a:endParaRPr lang="el-GR" sz="1500" b="1" kern="1200" dirty="0">
            <a:solidFill>
              <a:schemeClr val="tx1"/>
            </a:solidFill>
            <a:latin typeface="Calibri" pitchFamily="34" charset="0"/>
          </a:endParaRPr>
        </a:p>
      </dsp:txBody>
      <dsp:txXfrm>
        <a:off x="2391732" y="2218898"/>
        <a:ext cx="1251770" cy="443765"/>
      </dsp:txXfrm>
    </dsp:sp>
    <dsp:sp modelId="{5BBEFA5A-854C-4C2B-9569-B38FDE9CD253}">
      <dsp:nvSpPr>
        <dsp:cNvPr id="0" name=""/>
        <dsp:cNvSpPr/>
      </dsp:nvSpPr>
      <dsp:spPr>
        <a:xfrm>
          <a:off x="3913268" y="2065326"/>
          <a:ext cx="1775186" cy="6477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400D7-EDB4-492A-997C-AEB18F5B8BA7}">
      <dsp:nvSpPr>
        <dsp:cNvPr id="0" name=""/>
        <dsp:cNvSpPr/>
      </dsp:nvSpPr>
      <dsp:spPr>
        <a:xfrm>
          <a:off x="3961076" y="2110744"/>
          <a:ext cx="1775186" cy="647731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Calibri" pitchFamily="34" charset="0"/>
            </a:rPr>
            <a:t>Different functional groups</a:t>
          </a:r>
          <a:endParaRPr lang="el-GR" sz="1500" b="1" kern="1200" dirty="0">
            <a:solidFill>
              <a:schemeClr val="tx1"/>
            </a:solidFill>
            <a:latin typeface="Calibri" pitchFamily="34" charset="0"/>
          </a:endParaRPr>
        </a:p>
      </dsp:txBody>
      <dsp:txXfrm>
        <a:off x="3980047" y="2129715"/>
        <a:ext cx="1737244" cy="609789"/>
      </dsp:txXfrm>
    </dsp:sp>
    <dsp:sp modelId="{C5A59DC3-1BF3-4CB6-80A7-178AE47DDD5C}">
      <dsp:nvSpPr>
        <dsp:cNvPr id="0" name=""/>
        <dsp:cNvSpPr/>
      </dsp:nvSpPr>
      <dsp:spPr>
        <a:xfrm>
          <a:off x="6357117" y="1041538"/>
          <a:ext cx="1756056" cy="5826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780BB-1872-47DB-A747-072FFE5B2129}">
      <dsp:nvSpPr>
        <dsp:cNvPr id="0" name=""/>
        <dsp:cNvSpPr/>
      </dsp:nvSpPr>
      <dsp:spPr>
        <a:xfrm>
          <a:off x="6404926" y="1086956"/>
          <a:ext cx="1756056" cy="582668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  <a:latin typeface="Calibri" pitchFamily="34" charset="0"/>
            </a:rPr>
            <a:t>Stereoisomerism</a:t>
          </a:r>
          <a:endParaRPr lang="el-GR" sz="1500" b="1" kern="1200" dirty="0">
            <a:solidFill>
              <a:srgbClr val="C00000"/>
            </a:solidFill>
            <a:latin typeface="Calibri" pitchFamily="34" charset="0"/>
          </a:endParaRPr>
        </a:p>
      </dsp:txBody>
      <dsp:txXfrm>
        <a:off x="6421992" y="1104022"/>
        <a:ext cx="1721924" cy="548536"/>
      </dsp:txXfrm>
    </dsp:sp>
    <dsp:sp modelId="{5651C997-DB6C-4CB6-B59F-E3B1E94B0142}">
      <dsp:nvSpPr>
        <dsp:cNvPr id="0" name=""/>
        <dsp:cNvSpPr/>
      </dsp:nvSpPr>
      <dsp:spPr>
        <a:xfrm>
          <a:off x="2622368" y="3282936"/>
          <a:ext cx="1390690" cy="49719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35EE6-573F-4918-B3CE-ED129EC5E999}">
      <dsp:nvSpPr>
        <dsp:cNvPr id="0" name=""/>
        <dsp:cNvSpPr/>
      </dsp:nvSpPr>
      <dsp:spPr>
        <a:xfrm>
          <a:off x="2670176" y="3328354"/>
          <a:ext cx="1390690" cy="497192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  <a:latin typeface="Calibri" pitchFamily="34" charset="0"/>
            </a:rPr>
            <a:t>Geometric Isomerism</a:t>
          </a:r>
          <a:endParaRPr lang="el-GR" sz="1500" b="1" kern="1200" dirty="0">
            <a:solidFill>
              <a:schemeClr val="tx1"/>
            </a:solidFill>
            <a:latin typeface="Calibri" pitchFamily="34" charset="0"/>
          </a:endParaRPr>
        </a:p>
      </dsp:txBody>
      <dsp:txXfrm>
        <a:off x="2684738" y="3342916"/>
        <a:ext cx="1361566" cy="468068"/>
      </dsp:txXfrm>
    </dsp:sp>
    <dsp:sp modelId="{205337DF-B630-43AB-941A-F5CD983E3CE2}">
      <dsp:nvSpPr>
        <dsp:cNvPr id="0" name=""/>
        <dsp:cNvSpPr/>
      </dsp:nvSpPr>
      <dsp:spPr>
        <a:xfrm>
          <a:off x="5056198" y="3356653"/>
          <a:ext cx="1026086" cy="5376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21ED34-EAD8-40AD-BD03-34EC78D390AB}">
      <dsp:nvSpPr>
        <dsp:cNvPr id="0" name=""/>
        <dsp:cNvSpPr/>
      </dsp:nvSpPr>
      <dsp:spPr>
        <a:xfrm>
          <a:off x="5104006" y="3402071"/>
          <a:ext cx="1026086" cy="537681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  <a:latin typeface="Calibri" pitchFamily="34" charset="0"/>
            </a:rPr>
            <a:t>Optical Isomerism</a:t>
          </a:r>
          <a:endParaRPr lang="el-GR" sz="1500" b="1" kern="1200" dirty="0">
            <a:solidFill>
              <a:srgbClr val="C00000"/>
            </a:solidFill>
            <a:latin typeface="Calibri" pitchFamily="34" charset="0"/>
          </a:endParaRPr>
        </a:p>
      </dsp:txBody>
      <dsp:txXfrm>
        <a:off x="5119754" y="3417819"/>
        <a:ext cx="994590" cy="506185"/>
      </dsp:txXfrm>
    </dsp:sp>
    <dsp:sp modelId="{063AECB8-344F-4419-B571-ABE509130364}">
      <dsp:nvSpPr>
        <dsp:cNvPr id="0" name=""/>
        <dsp:cNvSpPr/>
      </dsp:nvSpPr>
      <dsp:spPr>
        <a:xfrm>
          <a:off x="2441647" y="4634535"/>
          <a:ext cx="1977911" cy="4070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04821-0511-497C-9475-84983C82CF68}">
      <dsp:nvSpPr>
        <dsp:cNvPr id="0" name=""/>
        <dsp:cNvSpPr/>
      </dsp:nvSpPr>
      <dsp:spPr>
        <a:xfrm>
          <a:off x="2489456" y="4679953"/>
          <a:ext cx="1977911" cy="407008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C00000"/>
              </a:solidFill>
              <a:latin typeface="Calibri" pitchFamily="34" charset="0"/>
            </a:rPr>
            <a:t>Enantiomerism</a:t>
          </a:r>
          <a:endParaRPr lang="el-GR" sz="1500" b="1" kern="1200" dirty="0">
            <a:solidFill>
              <a:srgbClr val="C00000"/>
            </a:solidFill>
            <a:latin typeface="Calibri" pitchFamily="34" charset="0"/>
          </a:endParaRPr>
        </a:p>
      </dsp:txBody>
      <dsp:txXfrm>
        <a:off x="2501377" y="4691874"/>
        <a:ext cx="1954069" cy="383166"/>
      </dsp:txXfrm>
    </dsp:sp>
    <dsp:sp modelId="{6F36EDEB-7210-4DBA-89C1-83DB12564CEA}">
      <dsp:nvSpPr>
        <dsp:cNvPr id="0" name=""/>
        <dsp:cNvSpPr/>
      </dsp:nvSpPr>
      <dsp:spPr>
        <a:xfrm>
          <a:off x="5964139" y="4634535"/>
          <a:ext cx="1947065" cy="4070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6B59F-4C66-450B-8750-4A96D316EDA0}">
      <dsp:nvSpPr>
        <dsp:cNvPr id="0" name=""/>
        <dsp:cNvSpPr/>
      </dsp:nvSpPr>
      <dsp:spPr>
        <a:xfrm>
          <a:off x="6011948" y="4679953"/>
          <a:ext cx="1947065" cy="40700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rgbClr val="C00000"/>
              </a:solidFill>
              <a:latin typeface="Calibri" pitchFamily="34" charset="0"/>
            </a:rPr>
            <a:t>Diastereoisomerism</a:t>
          </a:r>
          <a:endParaRPr lang="el-GR" sz="1500" b="1" kern="1200" dirty="0">
            <a:solidFill>
              <a:srgbClr val="C00000"/>
            </a:solidFill>
            <a:latin typeface="Calibri" pitchFamily="34" charset="0"/>
          </a:endParaRPr>
        </a:p>
      </dsp:txBody>
      <dsp:txXfrm>
        <a:off x="6023869" y="4691874"/>
        <a:ext cx="1923223" cy="383163"/>
      </dsp:txXfrm>
    </dsp:sp>
    <dsp:sp modelId="{D6DD5BD1-370E-4619-8671-B70805A53F09}">
      <dsp:nvSpPr>
        <dsp:cNvPr id="0" name=""/>
        <dsp:cNvSpPr/>
      </dsp:nvSpPr>
      <dsp:spPr>
        <a:xfrm>
          <a:off x="7196178" y="3341543"/>
          <a:ext cx="1436351" cy="4708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F46B3-3888-4172-A5E7-3AAE29962D01}">
      <dsp:nvSpPr>
        <dsp:cNvPr id="0" name=""/>
        <dsp:cNvSpPr/>
      </dsp:nvSpPr>
      <dsp:spPr>
        <a:xfrm>
          <a:off x="7243987" y="3386961"/>
          <a:ext cx="1436351" cy="470896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  <a:latin typeface="Calibri" pitchFamily="34" charset="0"/>
            </a:rPr>
            <a:t>Conformational Isomerism</a:t>
          </a:r>
          <a:endParaRPr lang="el-GR" sz="1500" b="1" kern="1200" dirty="0">
            <a:solidFill>
              <a:srgbClr val="C00000"/>
            </a:solidFill>
            <a:latin typeface="Calibri" pitchFamily="34" charset="0"/>
          </a:endParaRPr>
        </a:p>
      </dsp:txBody>
      <dsp:txXfrm>
        <a:off x="7257779" y="3400753"/>
        <a:ext cx="1408767" cy="443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33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0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193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01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983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59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82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06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30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21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7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A6D8A-DB01-49DC-AE14-09339B789C64}" type="datetimeFigureOut">
              <a:rPr lang="en-GB" smtClean="0"/>
              <a:t>02/12/2024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6E50E-7EC7-4D1D-9140-62A6571259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91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9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5" Type="http://schemas.openxmlformats.org/officeDocument/2006/relationships/image" Target="../media/image22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9.emf"/><Relationship Id="rId1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1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comments" Target="../comments/comment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5" Type="http://schemas.openxmlformats.org/officeDocument/2006/relationships/image" Target="../media/image22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24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9.emf"/><Relationship Id="rId14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1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23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5" Type="http://schemas.openxmlformats.org/officeDocument/2006/relationships/image" Target="../media/image22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24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9.emf"/><Relationship Id="rId1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1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11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11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1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11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37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2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37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2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6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7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6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7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6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7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6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7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6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7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6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40.emf"/><Relationship Id="rId5" Type="http://schemas.openxmlformats.org/officeDocument/2006/relationships/image" Target="../media/image38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7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6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40.emf"/><Relationship Id="rId5" Type="http://schemas.openxmlformats.org/officeDocument/2006/relationships/image" Target="../media/image38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7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6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40.emf"/><Relationship Id="rId5" Type="http://schemas.openxmlformats.org/officeDocument/2006/relationships/image" Target="../media/image38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7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20.bin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41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46.wmf"/><Relationship Id="rId17" Type="http://schemas.openxmlformats.org/officeDocument/2006/relationships/image" Target="../media/image49.wmf"/><Relationship Id="rId2" Type="http://schemas.openxmlformats.org/officeDocument/2006/relationships/oleObject" Target="../embeddings/oleObject15.bin"/><Relationship Id="rId16" Type="http://schemas.openxmlformats.org/officeDocument/2006/relationships/image" Target="../media/image4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45.wmf"/><Relationship Id="rId19" Type="http://schemas.openxmlformats.org/officeDocument/2006/relationships/image" Target="../media/image50.wmf"/><Relationship Id="rId4" Type="http://schemas.openxmlformats.org/officeDocument/2006/relationships/image" Target="../media/image42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7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GIF"/><Relationship Id="rId4" Type="http://schemas.openxmlformats.org/officeDocument/2006/relationships/image" Target="../media/image60.GI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23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Nucleophilic Substitution at the C=O with loss of the Carbonyl Oxygen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7755" y="20574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Reductive amination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Strecker synthesis of amino acids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</p:spTree>
    <p:extLst>
      <p:ext uri="{BB962C8B-B14F-4D97-AF65-F5344CB8AC3E}">
        <p14:creationId xmlns:p14="http://schemas.microsoft.com/office/powerpoint/2010/main" val="180027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Comparison of Imine and </a:t>
            </a:r>
            <a:r>
              <a:rPr lang="en-US" sz="4000" b="1" dirty="0" err="1">
                <a:latin typeface="Calibri" pitchFamily="34" charset="0"/>
                <a:cs typeface="Calibri" pitchFamily="34" charset="0"/>
              </a:rPr>
              <a:t>acetal</a:t>
            </a:r>
            <a:r>
              <a:rPr lang="en-US" sz="4000" b="1" dirty="0">
                <a:latin typeface="Calibri" pitchFamily="34" charset="0"/>
                <a:cs typeface="Calibri" pitchFamily="34" charset="0"/>
              </a:rPr>
              <a:t> formation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403793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948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Comparison of Imine and </a:t>
            </a:r>
            <a:r>
              <a:rPr lang="en-US" sz="4000" b="1" dirty="0" err="1">
                <a:latin typeface="Calibri" pitchFamily="34" charset="0"/>
                <a:cs typeface="Calibri" pitchFamily="34" charset="0"/>
              </a:rPr>
              <a:t>acetal</a:t>
            </a:r>
            <a:r>
              <a:rPr lang="en-US" sz="4000" b="1" dirty="0">
                <a:latin typeface="Calibri" pitchFamily="34" charset="0"/>
                <a:cs typeface="Calibri" pitchFamily="34" charset="0"/>
              </a:rPr>
              <a:t> formation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403793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46" y="4555973"/>
            <a:ext cx="8389854" cy="1538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4978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Reaction with secondary amines: Enamine formation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2188"/>
            <a:ext cx="9129204" cy="1403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391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Reaction with secondary amines: Enamine formation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2188"/>
            <a:ext cx="9129204" cy="1403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28" y="3593976"/>
            <a:ext cx="831315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5968" y="2905858"/>
            <a:ext cx="16305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Calibri" pitchFamily="34" charset="0"/>
              </a:rPr>
              <a:t>Example</a:t>
            </a:r>
            <a:endParaRPr lang="el-G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39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2" y="5150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Reductive Amination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8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25" y="990600"/>
            <a:ext cx="791287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004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2" y="5150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Reductive Amination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8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25" y="990600"/>
            <a:ext cx="791287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" y="2743200"/>
            <a:ext cx="7414624" cy="112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061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2" y="5150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Reductive Amination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8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25" y="990600"/>
            <a:ext cx="791287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" y="2743200"/>
            <a:ext cx="7414624" cy="112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78502" y="4038600"/>
            <a:ext cx="17940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Calibri" pitchFamily="34" charset="0"/>
              </a:rPr>
              <a:t>Examples</a:t>
            </a:r>
            <a:endParaRPr lang="el-GR" dirty="0">
              <a:solidFill>
                <a:srgbClr val="00B050"/>
              </a:solidFill>
            </a:endParaRPr>
          </a:p>
        </p:txBody>
      </p:sp>
      <p:pic>
        <p:nvPicPr>
          <p:cNvPr id="7" name="Content Placeholder 5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337273"/>
            <a:ext cx="6741448" cy="122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764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2" y="5150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Reductive Amination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8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25" y="990600"/>
            <a:ext cx="791287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" y="2743200"/>
            <a:ext cx="7414624" cy="112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78502" y="4038600"/>
            <a:ext cx="17940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Calibri" pitchFamily="34" charset="0"/>
              </a:rPr>
              <a:t>Examples</a:t>
            </a:r>
            <a:endParaRPr lang="el-GR" dirty="0">
              <a:solidFill>
                <a:srgbClr val="00B050"/>
              </a:solidFill>
            </a:endParaRPr>
          </a:p>
        </p:txBody>
      </p:sp>
      <p:pic>
        <p:nvPicPr>
          <p:cNvPr id="7" name="Content Placeholder 5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337273"/>
            <a:ext cx="6741448" cy="122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5"/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507" y="5705872"/>
            <a:ext cx="7245293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9120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2" y="5150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Reductive Amination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068062"/>
            <a:ext cx="9129204" cy="110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1097" y="1208179"/>
            <a:ext cx="25145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 pitchFamily="34" charset="0"/>
              </a:rPr>
              <a:t>Mechanism</a:t>
            </a:r>
            <a:endParaRPr lang="el-GR" dirty="0"/>
          </a:p>
        </p:txBody>
      </p:sp>
      <p:pic>
        <p:nvPicPr>
          <p:cNvPr id="13" name="Content Placeholder 7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4" y="3658886"/>
            <a:ext cx="9045385" cy="175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742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2" y="5150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Amide, acyl chloride and nitrile reduction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7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9342"/>
            <a:ext cx="9080014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5674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02" y="5150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Amide, acyl chloride and nitrile reduction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7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9342"/>
            <a:ext cx="9080014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7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01630"/>
            <a:ext cx="9080014" cy="93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138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501"/>
            <a:ext cx="9080014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Amino acids Synthesis-The Strecker reaction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97" y="1066800"/>
            <a:ext cx="8153400" cy="3020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9941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501"/>
            <a:ext cx="9080014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Amino acids Synthesis-The Strecker reaction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97" y="1066800"/>
            <a:ext cx="8153400" cy="3020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454" y="4152330"/>
            <a:ext cx="5940677" cy="118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170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501"/>
            <a:ext cx="9080014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Amino acids Synthesis-The Strecker reaction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97" y="1066800"/>
            <a:ext cx="8153400" cy="3020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454" y="4152330"/>
            <a:ext cx="5940677" cy="118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2" y="5454792"/>
            <a:ext cx="9112792" cy="124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0492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Stereochemistry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959" y="1676400"/>
            <a:ext cx="9144000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>
                <a:latin typeface="Calibri" pitchFamily="34" charset="0"/>
              </a:rPr>
              <a:t>Three-dimensional shape of molecules</a:t>
            </a:r>
            <a:endParaRPr lang="el-GR" sz="2800" b="1" dirty="0">
              <a:latin typeface="Calibri" pitchFamily="34" charset="0"/>
            </a:endParaRPr>
          </a:p>
          <a:p>
            <a:pPr marL="571500" indent="-5715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>
                <a:latin typeface="Calibri" pitchFamily="34" charset="0"/>
              </a:rPr>
              <a:t>Molecules with mirror images</a:t>
            </a:r>
            <a:endParaRPr lang="el-GR" sz="2800" b="1" dirty="0">
              <a:latin typeface="Calibri" pitchFamily="34" charset="0"/>
            </a:endParaRPr>
          </a:p>
          <a:p>
            <a:pPr marL="571500" indent="-5715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>
                <a:latin typeface="Calibri" pitchFamily="34" charset="0"/>
              </a:rPr>
              <a:t>Molecules with symmetry</a:t>
            </a:r>
            <a:endParaRPr lang="el-GR" sz="2800" b="1" dirty="0">
              <a:latin typeface="Calibri" pitchFamily="34" charset="0"/>
            </a:endParaRPr>
          </a:p>
          <a:p>
            <a:pPr marL="571500" indent="-5715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>
                <a:latin typeface="Calibri" pitchFamily="34" charset="0"/>
              </a:rPr>
              <a:t>How to separate mirror-image molecules</a:t>
            </a:r>
            <a:endParaRPr lang="el-GR" sz="2800" b="1" dirty="0">
              <a:latin typeface="Calibri" pitchFamily="34" charset="0"/>
            </a:endParaRPr>
          </a:p>
          <a:p>
            <a:pPr marL="571500" indent="-5715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>
                <a:latin typeface="Calibri" pitchFamily="34" charset="0"/>
              </a:rPr>
              <a:t>Diastereoisomers</a:t>
            </a:r>
            <a:endParaRPr lang="el-GR" sz="2800" b="1" dirty="0">
              <a:latin typeface="Calibri" pitchFamily="34" charset="0"/>
            </a:endParaRPr>
          </a:p>
          <a:p>
            <a:pPr marL="571500" indent="-5715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>
                <a:latin typeface="Calibri" pitchFamily="34" charset="0"/>
              </a:rPr>
              <a:t>Shape and biological activity</a:t>
            </a:r>
            <a:endParaRPr lang="el-GR" sz="2800" b="1" dirty="0">
              <a:latin typeface="Calibri" pitchFamily="34" charset="0"/>
            </a:endParaRPr>
          </a:p>
          <a:p>
            <a:pPr marL="571500" indent="-5715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>
                <a:latin typeface="Calibri" pitchFamily="34" charset="0"/>
              </a:rPr>
              <a:t>How to draw stereochemistry</a:t>
            </a:r>
            <a:endParaRPr lang="el-GR" sz="2800" b="1" dirty="0"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</p:spTree>
    <p:extLst>
      <p:ext uri="{BB962C8B-B14F-4D97-AF65-F5344CB8AC3E}">
        <p14:creationId xmlns:p14="http://schemas.microsoft.com/office/powerpoint/2010/main" val="60960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Representation of nucleophilic additions by curly arrows-Stereochemical aspects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48600" y="228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31775"/>
              </p:ext>
            </p:extLst>
          </p:nvPr>
        </p:nvGraphicFramePr>
        <p:xfrm>
          <a:off x="762000" y="1905000"/>
          <a:ext cx="1571625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572406" imgH="1378821" progId="ChemDraw.Document.6.0">
                  <p:embed/>
                </p:oleObj>
              </mc:Choice>
              <mc:Fallback>
                <p:oleObj name="CS ChemDraw Drawing" r:id="rId2" imgW="1572406" imgH="13788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905000"/>
                        <a:ext cx="1571625" cy="137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669286"/>
              </p:ext>
            </p:extLst>
          </p:nvPr>
        </p:nvGraphicFramePr>
        <p:xfrm>
          <a:off x="2895600" y="1981200"/>
          <a:ext cx="16843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683583" imgH="849836" progId="ChemDraw.Document.6.0">
                  <p:embed/>
                </p:oleObj>
              </mc:Choice>
              <mc:Fallback>
                <p:oleObj name="CS ChemDraw Drawing" r:id="rId4" imgW="1683583" imgH="84983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5600" y="1981200"/>
                        <a:ext cx="1684337" cy="84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852476"/>
              </p:ext>
            </p:extLst>
          </p:nvPr>
        </p:nvGraphicFramePr>
        <p:xfrm>
          <a:off x="2209800" y="2971800"/>
          <a:ext cx="1325563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325495" imgH="1363414" progId="ChemDraw.Document.6.0">
                  <p:embed/>
                </p:oleObj>
              </mc:Choice>
              <mc:Fallback>
                <p:oleObj name="CS ChemDraw Drawing" r:id="rId6" imgW="1325495" imgH="136341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09800" y="2971800"/>
                        <a:ext cx="1325563" cy="136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2506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Representation of nucleophilic additions by curly arrows-Stereochemical aspects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48600" y="228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408408"/>
              </p:ext>
            </p:extLst>
          </p:nvPr>
        </p:nvGraphicFramePr>
        <p:xfrm>
          <a:off x="762000" y="1905000"/>
          <a:ext cx="1571625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572406" imgH="1378821" progId="ChemDraw.Document.6.0">
                  <p:embed/>
                </p:oleObj>
              </mc:Choice>
              <mc:Fallback>
                <p:oleObj name="CS ChemDraw Drawing" r:id="rId2" imgW="1572406" imgH="13788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905000"/>
                        <a:ext cx="1571625" cy="137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653290"/>
              </p:ext>
            </p:extLst>
          </p:nvPr>
        </p:nvGraphicFramePr>
        <p:xfrm>
          <a:off x="2895600" y="1981200"/>
          <a:ext cx="16843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683583" imgH="849836" progId="ChemDraw.Document.6.0">
                  <p:embed/>
                </p:oleObj>
              </mc:Choice>
              <mc:Fallback>
                <p:oleObj name="CS ChemDraw Drawing" r:id="rId4" imgW="1683583" imgH="84983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5600" y="1981200"/>
                        <a:ext cx="1684337" cy="84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713062"/>
              </p:ext>
            </p:extLst>
          </p:nvPr>
        </p:nvGraphicFramePr>
        <p:xfrm>
          <a:off x="2209800" y="2971800"/>
          <a:ext cx="1325563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325495" imgH="1363414" progId="ChemDraw.Document.6.0">
                  <p:embed/>
                </p:oleObj>
              </mc:Choice>
              <mc:Fallback>
                <p:oleObj name="CS ChemDraw Drawing" r:id="rId6" imgW="1325495" imgH="136341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09800" y="2971800"/>
                        <a:ext cx="1325563" cy="136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511708"/>
              </p:ext>
            </p:extLst>
          </p:nvPr>
        </p:nvGraphicFramePr>
        <p:xfrm>
          <a:off x="762000" y="4876800"/>
          <a:ext cx="12763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276652" imgH="828482" progId="ChemDraw.Document.6.0">
                  <p:embed/>
                </p:oleObj>
              </mc:Choice>
              <mc:Fallback>
                <p:oleObj name="CS ChemDraw Drawing" r:id="rId8" imgW="1276652" imgH="82848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2000" y="4876800"/>
                        <a:ext cx="127635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2000075" y="5933705"/>
            <a:ext cx="1405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8FC60"/>
                </a:solidFill>
              </a:rPr>
              <a:t>Or from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495800"/>
            <a:ext cx="1760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 from here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378348"/>
              </p:ext>
            </p:extLst>
          </p:nvPr>
        </p:nvGraphicFramePr>
        <p:xfrm>
          <a:off x="1371600" y="4572000"/>
          <a:ext cx="8636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863514" imgH="1593713" progId="ChemDraw.Document.6.0">
                  <p:embed/>
                </p:oleObj>
              </mc:Choice>
              <mc:Fallback>
                <p:oleObj name="CS ChemDraw Drawing" r:id="rId10" imgW="863514" imgH="159371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1600" y="4572000"/>
                        <a:ext cx="863600" cy="159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7467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Representation of nucleophilic additions by curly arrows-Stereochemical aspects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48600" y="228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560672"/>
              </p:ext>
            </p:extLst>
          </p:nvPr>
        </p:nvGraphicFramePr>
        <p:xfrm>
          <a:off x="762000" y="1905000"/>
          <a:ext cx="1571625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572406" imgH="1378821" progId="ChemDraw.Document.6.0">
                  <p:embed/>
                </p:oleObj>
              </mc:Choice>
              <mc:Fallback>
                <p:oleObj name="CS ChemDraw Drawing" r:id="rId2" imgW="1572406" imgH="13788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905000"/>
                        <a:ext cx="1571625" cy="137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538110"/>
              </p:ext>
            </p:extLst>
          </p:nvPr>
        </p:nvGraphicFramePr>
        <p:xfrm>
          <a:off x="2895600" y="1981200"/>
          <a:ext cx="16843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683583" imgH="849836" progId="ChemDraw.Document.6.0">
                  <p:embed/>
                </p:oleObj>
              </mc:Choice>
              <mc:Fallback>
                <p:oleObj name="CS ChemDraw Drawing" r:id="rId4" imgW="1683583" imgH="84983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5600" y="1981200"/>
                        <a:ext cx="1684337" cy="84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716699"/>
              </p:ext>
            </p:extLst>
          </p:nvPr>
        </p:nvGraphicFramePr>
        <p:xfrm>
          <a:off x="2209800" y="2971800"/>
          <a:ext cx="1325563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325495" imgH="1363414" progId="ChemDraw.Document.6.0">
                  <p:embed/>
                </p:oleObj>
              </mc:Choice>
              <mc:Fallback>
                <p:oleObj name="CS ChemDraw Drawing" r:id="rId6" imgW="1325495" imgH="136341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09800" y="2971800"/>
                        <a:ext cx="1325563" cy="136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51951"/>
              </p:ext>
            </p:extLst>
          </p:nvPr>
        </p:nvGraphicFramePr>
        <p:xfrm>
          <a:off x="762000" y="4876800"/>
          <a:ext cx="12763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276652" imgH="828482" progId="ChemDraw.Document.6.0">
                  <p:embed/>
                </p:oleObj>
              </mc:Choice>
              <mc:Fallback>
                <p:oleObj name="CS ChemDraw Drawing" r:id="rId8" imgW="1276652" imgH="82848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2000" y="4876800"/>
                        <a:ext cx="127635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2000075" y="5933705"/>
            <a:ext cx="1405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8FC60"/>
                </a:solidFill>
              </a:rPr>
              <a:t>Or from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495800"/>
            <a:ext cx="1760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 from here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690425"/>
              </p:ext>
            </p:extLst>
          </p:nvPr>
        </p:nvGraphicFramePr>
        <p:xfrm>
          <a:off x="1371600" y="4572000"/>
          <a:ext cx="8636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863514" imgH="1593713" progId="ChemDraw.Document.6.0">
                  <p:embed/>
                </p:oleObj>
              </mc:Choice>
              <mc:Fallback>
                <p:oleObj name="CS ChemDraw Drawing" r:id="rId10" imgW="863514" imgH="159371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1600" y="4572000"/>
                        <a:ext cx="863600" cy="159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48400" y="1672874"/>
            <a:ext cx="2448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Attack from above leads to this molecule</a:t>
            </a:r>
            <a:endParaRPr lang="el-GR" sz="24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422335"/>
              </p:ext>
            </p:extLst>
          </p:nvPr>
        </p:nvGraphicFramePr>
        <p:xfrm>
          <a:off x="4974147" y="1524000"/>
          <a:ext cx="127635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276652" imgH="1570737" progId="ChemDraw.Document.6.0">
                  <p:embed/>
                </p:oleObj>
              </mc:Choice>
              <mc:Fallback>
                <p:oleObj name="CS ChemDraw Drawing" r:id="rId12" imgW="1276652" imgH="157073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74147" y="1524000"/>
                        <a:ext cx="1276350" cy="1570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511659"/>
              </p:ext>
            </p:extLst>
          </p:nvPr>
        </p:nvGraphicFramePr>
        <p:xfrm>
          <a:off x="6653213" y="2868613"/>
          <a:ext cx="1179512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4" imgW="1179237" imgH="1390985" progId="ChemDraw.Document.6.0">
                  <p:embed/>
                </p:oleObj>
              </mc:Choice>
              <mc:Fallback>
                <p:oleObj name="CS ChemDraw Drawing" r:id="rId14" imgW="1179237" imgH="139098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53213" y="2868613"/>
                        <a:ext cx="1179512" cy="1390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0990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Representation of nucleophilic additions by curly arrows-Stereochemical aspects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48600" y="228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514577"/>
              </p:ext>
            </p:extLst>
          </p:nvPr>
        </p:nvGraphicFramePr>
        <p:xfrm>
          <a:off x="762000" y="1905000"/>
          <a:ext cx="1571625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572406" imgH="1378821" progId="ChemDraw.Document.6.0">
                  <p:embed/>
                </p:oleObj>
              </mc:Choice>
              <mc:Fallback>
                <p:oleObj name="CS ChemDraw Drawing" r:id="rId2" imgW="1572406" imgH="13788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905000"/>
                        <a:ext cx="1571625" cy="137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686159"/>
              </p:ext>
            </p:extLst>
          </p:nvPr>
        </p:nvGraphicFramePr>
        <p:xfrm>
          <a:off x="2895600" y="1981200"/>
          <a:ext cx="16843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683583" imgH="849836" progId="ChemDraw.Document.6.0">
                  <p:embed/>
                </p:oleObj>
              </mc:Choice>
              <mc:Fallback>
                <p:oleObj name="CS ChemDraw Drawing" r:id="rId4" imgW="1683583" imgH="84983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5600" y="1981200"/>
                        <a:ext cx="1684337" cy="84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174823"/>
              </p:ext>
            </p:extLst>
          </p:nvPr>
        </p:nvGraphicFramePr>
        <p:xfrm>
          <a:off x="2209800" y="2971800"/>
          <a:ext cx="1325563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325495" imgH="1363414" progId="ChemDraw.Document.6.0">
                  <p:embed/>
                </p:oleObj>
              </mc:Choice>
              <mc:Fallback>
                <p:oleObj name="CS ChemDraw Drawing" r:id="rId6" imgW="1325495" imgH="136341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09800" y="2971800"/>
                        <a:ext cx="1325563" cy="136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111116"/>
              </p:ext>
            </p:extLst>
          </p:nvPr>
        </p:nvGraphicFramePr>
        <p:xfrm>
          <a:off x="762000" y="4876800"/>
          <a:ext cx="12763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276652" imgH="828482" progId="ChemDraw.Document.6.0">
                  <p:embed/>
                </p:oleObj>
              </mc:Choice>
              <mc:Fallback>
                <p:oleObj name="CS ChemDraw Drawing" r:id="rId8" imgW="1276652" imgH="82848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2000" y="4876800"/>
                        <a:ext cx="127635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2000075" y="5933705"/>
            <a:ext cx="1405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8FC60"/>
                </a:solidFill>
              </a:rPr>
              <a:t>Or from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495800"/>
            <a:ext cx="1760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 from here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404473"/>
              </p:ext>
            </p:extLst>
          </p:nvPr>
        </p:nvGraphicFramePr>
        <p:xfrm>
          <a:off x="1371600" y="4572000"/>
          <a:ext cx="8636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863514" imgH="1593713" progId="ChemDraw.Document.6.0">
                  <p:embed/>
                </p:oleObj>
              </mc:Choice>
              <mc:Fallback>
                <p:oleObj name="CS ChemDraw Drawing" r:id="rId10" imgW="863514" imgH="159371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1600" y="4572000"/>
                        <a:ext cx="863600" cy="159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48400" y="1672874"/>
            <a:ext cx="2448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Attack from above leads to this molecule</a:t>
            </a:r>
            <a:endParaRPr lang="el-GR" sz="24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393559"/>
              </p:ext>
            </p:extLst>
          </p:nvPr>
        </p:nvGraphicFramePr>
        <p:xfrm>
          <a:off x="4974147" y="1524000"/>
          <a:ext cx="127635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276652" imgH="1570737" progId="ChemDraw.Document.6.0">
                  <p:embed/>
                </p:oleObj>
              </mc:Choice>
              <mc:Fallback>
                <p:oleObj name="CS ChemDraw Drawing" r:id="rId12" imgW="1276652" imgH="157073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74147" y="1524000"/>
                        <a:ext cx="1276350" cy="1570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017070"/>
              </p:ext>
            </p:extLst>
          </p:nvPr>
        </p:nvGraphicFramePr>
        <p:xfrm>
          <a:off x="6653213" y="2868613"/>
          <a:ext cx="1179512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4" imgW="1179237" imgH="1390985" progId="ChemDraw.Document.6.0">
                  <p:embed/>
                </p:oleObj>
              </mc:Choice>
              <mc:Fallback>
                <p:oleObj name="CS ChemDraw Drawing" r:id="rId14" imgW="1179237" imgH="139098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53213" y="2868613"/>
                        <a:ext cx="1179512" cy="1390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472536" y="4865132"/>
            <a:ext cx="1823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Attack from below leads to this molecule</a:t>
            </a:r>
            <a:endParaRPr lang="el-GR" sz="2400" b="1" dirty="0">
              <a:solidFill>
                <a:srgbClr val="00B05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295871"/>
              </p:ext>
            </p:extLst>
          </p:nvPr>
        </p:nvGraphicFramePr>
        <p:xfrm>
          <a:off x="6091238" y="5400675"/>
          <a:ext cx="1344612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6" imgW="1345193" imgH="1427746" progId="ChemDraw.Document.6.0">
                  <p:embed/>
                </p:oleObj>
              </mc:Choice>
              <mc:Fallback>
                <p:oleObj name="CS ChemDraw Drawing" r:id="rId16" imgW="1345193" imgH="142774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91238" y="5400675"/>
                        <a:ext cx="1344612" cy="142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581217"/>
              </p:ext>
            </p:extLst>
          </p:nvPr>
        </p:nvGraphicFramePr>
        <p:xfrm>
          <a:off x="4495800" y="4743629"/>
          <a:ext cx="12763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8" imgW="1276652" imgH="1599659" progId="ChemDraw.Document.6.0">
                  <p:embed/>
                </p:oleObj>
              </mc:Choice>
              <mc:Fallback>
                <p:oleObj name="CS ChemDraw Drawing" r:id="rId18" imgW="1276652" imgH="159965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95800" y="4743629"/>
                        <a:ext cx="1276350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0211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itchFamily="34" charset="0"/>
                <a:cs typeface="Calibri" pitchFamily="34" charset="0"/>
              </a:rPr>
              <a:t>Representation of nucleophilic additions by curly arrows-Stereochemical aspects</a:t>
            </a:r>
            <a:endParaRPr lang="el-GR" sz="4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48600" y="228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948924"/>
              </p:ext>
            </p:extLst>
          </p:nvPr>
        </p:nvGraphicFramePr>
        <p:xfrm>
          <a:off x="762000" y="1905000"/>
          <a:ext cx="1571625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572406" imgH="1378821" progId="ChemDraw.Document.6.0">
                  <p:embed/>
                </p:oleObj>
              </mc:Choice>
              <mc:Fallback>
                <p:oleObj name="CS ChemDraw Drawing" r:id="rId2" imgW="1572406" imgH="13788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1905000"/>
                        <a:ext cx="1571625" cy="137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808264"/>
              </p:ext>
            </p:extLst>
          </p:nvPr>
        </p:nvGraphicFramePr>
        <p:xfrm>
          <a:off x="2895600" y="1981200"/>
          <a:ext cx="16843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683583" imgH="849836" progId="ChemDraw.Document.6.0">
                  <p:embed/>
                </p:oleObj>
              </mc:Choice>
              <mc:Fallback>
                <p:oleObj name="CS ChemDraw Drawing" r:id="rId4" imgW="1683583" imgH="84983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5600" y="1981200"/>
                        <a:ext cx="1684337" cy="84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061606"/>
              </p:ext>
            </p:extLst>
          </p:nvPr>
        </p:nvGraphicFramePr>
        <p:xfrm>
          <a:off x="2209800" y="2971800"/>
          <a:ext cx="1325563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325495" imgH="1363414" progId="ChemDraw.Document.6.0">
                  <p:embed/>
                </p:oleObj>
              </mc:Choice>
              <mc:Fallback>
                <p:oleObj name="CS ChemDraw Drawing" r:id="rId6" imgW="1325495" imgH="136341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09800" y="2971800"/>
                        <a:ext cx="1325563" cy="136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881467"/>
              </p:ext>
            </p:extLst>
          </p:nvPr>
        </p:nvGraphicFramePr>
        <p:xfrm>
          <a:off x="762000" y="4876800"/>
          <a:ext cx="12763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276652" imgH="828482" progId="ChemDraw.Document.6.0">
                  <p:embed/>
                </p:oleObj>
              </mc:Choice>
              <mc:Fallback>
                <p:oleObj name="CS ChemDraw Drawing" r:id="rId8" imgW="1276652" imgH="82848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2000" y="4876800"/>
                        <a:ext cx="127635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2000075" y="5933705"/>
            <a:ext cx="1405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8FC60"/>
                </a:solidFill>
              </a:rPr>
              <a:t>Or from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495800"/>
            <a:ext cx="1760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Attack from here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737338"/>
              </p:ext>
            </p:extLst>
          </p:nvPr>
        </p:nvGraphicFramePr>
        <p:xfrm>
          <a:off x="1371600" y="4572000"/>
          <a:ext cx="8636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863514" imgH="1593713" progId="ChemDraw.Document.6.0">
                  <p:embed/>
                </p:oleObj>
              </mc:Choice>
              <mc:Fallback>
                <p:oleObj name="CS ChemDraw Drawing" r:id="rId10" imgW="863514" imgH="159371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1600" y="4572000"/>
                        <a:ext cx="863600" cy="159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48400" y="1672874"/>
            <a:ext cx="2448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Attack from above leads to this molecule</a:t>
            </a:r>
            <a:endParaRPr lang="el-GR" sz="24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406831"/>
              </p:ext>
            </p:extLst>
          </p:nvPr>
        </p:nvGraphicFramePr>
        <p:xfrm>
          <a:off x="4974147" y="1524000"/>
          <a:ext cx="127635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276652" imgH="1570737" progId="ChemDraw.Document.6.0">
                  <p:embed/>
                </p:oleObj>
              </mc:Choice>
              <mc:Fallback>
                <p:oleObj name="CS ChemDraw Drawing" r:id="rId12" imgW="1276652" imgH="157073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74147" y="1524000"/>
                        <a:ext cx="1276350" cy="1570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481484"/>
              </p:ext>
            </p:extLst>
          </p:nvPr>
        </p:nvGraphicFramePr>
        <p:xfrm>
          <a:off x="6653213" y="2868613"/>
          <a:ext cx="1179512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4" imgW="1179237" imgH="1390985" progId="ChemDraw.Document.6.0">
                  <p:embed/>
                </p:oleObj>
              </mc:Choice>
              <mc:Fallback>
                <p:oleObj name="CS ChemDraw Drawing" r:id="rId14" imgW="1179237" imgH="139098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53213" y="2868613"/>
                        <a:ext cx="1179512" cy="1390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472536" y="4865132"/>
            <a:ext cx="1823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Attack from below leads to this molecule</a:t>
            </a:r>
            <a:endParaRPr lang="el-GR" sz="2400" b="1" dirty="0">
              <a:solidFill>
                <a:srgbClr val="00B05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760147"/>
              </p:ext>
            </p:extLst>
          </p:nvPr>
        </p:nvGraphicFramePr>
        <p:xfrm>
          <a:off x="6091238" y="5400675"/>
          <a:ext cx="1344612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6" imgW="1345193" imgH="1427746" progId="ChemDraw.Document.6.0">
                  <p:embed/>
                </p:oleObj>
              </mc:Choice>
              <mc:Fallback>
                <p:oleObj name="CS ChemDraw Drawing" r:id="rId16" imgW="1345193" imgH="142774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91238" y="5400675"/>
                        <a:ext cx="1344612" cy="142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127825"/>
              </p:ext>
            </p:extLst>
          </p:nvPr>
        </p:nvGraphicFramePr>
        <p:xfrm>
          <a:off x="4495800" y="4743629"/>
          <a:ext cx="12763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8" imgW="1276652" imgH="1599659" progId="ChemDraw.Document.6.0">
                  <p:embed/>
                </p:oleObj>
              </mc:Choice>
              <mc:Fallback>
                <p:oleObj name="CS ChemDraw Drawing" r:id="rId18" imgW="1276652" imgH="159965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95800" y="4743629"/>
                        <a:ext cx="1276350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2" descr="http://upload.wikimedia.org/wikipedia/commons/5/52/Mirror.jp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242578"/>
            <a:ext cx="1404143" cy="144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331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Thalidomide-How stereochemistry affects properties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85" y="2530155"/>
            <a:ext cx="7828772" cy="422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81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Thalidomide-How stereochemistry affects properties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85" y="2530155"/>
            <a:ext cx="7828772" cy="422753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07586" y="1397663"/>
            <a:ext cx="43112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Calibri" pitchFamily="34" charset="0"/>
              </a:rPr>
              <a:t>R</a:t>
            </a:r>
            <a:r>
              <a:rPr lang="en-US" b="1" dirty="0">
                <a:solidFill>
                  <a:srgbClr val="00B050"/>
                </a:solidFill>
                <a:latin typeface="Calibri" pitchFamily="34" charset="0"/>
              </a:rPr>
              <a:t>-thalidomide: sedative action, </a:t>
            </a:r>
          </a:p>
          <a:p>
            <a:r>
              <a:rPr lang="en-US" b="1" dirty="0">
                <a:solidFill>
                  <a:srgbClr val="00B050"/>
                </a:solidFill>
                <a:latin typeface="Calibri" pitchFamily="34" charset="0"/>
              </a:rPr>
              <a:t>against morning sickness</a:t>
            </a:r>
            <a:endParaRPr lang="en-US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823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Thalidomide-How stereochemistry affects properties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85" y="2530155"/>
            <a:ext cx="7828772" cy="42275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61508" y="1584595"/>
            <a:ext cx="36432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  <a:latin typeface="Calibri" pitchFamily="34" charset="0"/>
              </a:rPr>
              <a:t>S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-thalidomide: a teratogen</a:t>
            </a:r>
            <a:endParaRPr lang="en-US" i="1" dirty="0"/>
          </a:p>
        </p:txBody>
      </p:sp>
      <p:sp>
        <p:nvSpPr>
          <p:cNvPr id="9" name="Rectangle 8"/>
          <p:cNvSpPr/>
          <p:nvPr/>
        </p:nvSpPr>
        <p:spPr>
          <a:xfrm>
            <a:off x="4807586" y="1397663"/>
            <a:ext cx="43112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Calibri" pitchFamily="34" charset="0"/>
              </a:rPr>
              <a:t>R</a:t>
            </a:r>
            <a:r>
              <a:rPr lang="en-US" b="1" dirty="0">
                <a:solidFill>
                  <a:srgbClr val="00B050"/>
                </a:solidFill>
                <a:latin typeface="Calibri" pitchFamily="34" charset="0"/>
              </a:rPr>
              <a:t>-thalidomide: sedative action, </a:t>
            </a:r>
          </a:p>
          <a:p>
            <a:r>
              <a:rPr lang="en-US" b="1" dirty="0">
                <a:solidFill>
                  <a:srgbClr val="00B050"/>
                </a:solidFill>
                <a:latin typeface="Calibri" pitchFamily="34" charset="0"/>
              </a:rPr>
              <a:t>against morning sickness</a:t>
            </a:r>
            <a:endParaRPr lang="en-US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823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69" y="241779"/>
            <a:ext cx="91197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libri" pitchFamily="34" charset="0"/>
                <a:cs typeface="Calibri" pitchFamily="34" charset="0"/>
              </a:rPr>
              <a:t>Different kinds of isomers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2934691551"/>
              </p:ext>
            </p:extLst>
          </p:nvPr>
        </p:nvGraphicFramePr>
        <p:xfrm>
          <a:off x="278631" y="1194520"/>
          <a:ext cx="8712969" cy="612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1441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Different kinds of isomers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4187"/>
            <a:ext cx="9129204" cy="117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1441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Different kinds of isomers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4187"/>
            <a:ext cx="9129204" cy="117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01888"/>
            <a:ext cx="6029531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2918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Different kinds of isomers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4187"/>
            <a:ext cx="9129204" cy="117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01888"/>
            <a:ext cx="6029531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Content Placeholder 7"/>
          <p:cNvPicPr>
            <a:picLocks noGrp="1"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194" y="4725491"/>
            <a:ext cx="6667806" cy="137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29188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Stereogenic </a:t>
            </a:r>
            <a:r>
              <a:rPr lang="en-US" sz="3600" b="1" dirty="0" err="1">
                <a:latin typeface="Calibri" pitchFamily="34" charset="0"/>
                <a:cs typeface="Calibri" pitchFamily="34" charset="0"/>
              </a:rPr>
              <a:t>Centres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7472" y="1289720"/>
            <a:ext cx="9103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1" dirty="0" err="1">
                <a:solidFill>
                  <a:srgbClr val="FF0000"/>
                </a:solidFill>
                <a:latin typeface="Calibri" pitchFamily="34" charset="0"/>
              </a:rPr>
              <a:t>Stereogenic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chiral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asymmetric</a:t>
            </a:r>
            <a:r>
              <a:rPr lang="en-US" sz="2800" b="1" dirty="0">
                <a:latin typeface="Calibri" pitchFamily="34" charset="0"/>
              </a:rPr>
              <a:t> </a:t>
            </a:r>
            <a:r>
              <a:rPr lang="en-US" sz="2800" b="1" dirty="0" err="1">
                <a:latin typeface="Calibri" pitchFamily="34" charset="0"/>
              </a:rPr>
              <a:t>centre</a:t>
            </a:r>
            <a:r>
              <a:rPr lang="en-US" sz="2800" b="1" dirty="0">
                <a:latin typeface="Calibri" pitchFamily="34" charset="0"/>
              </a:rPr>
              <a:t>: </a:t>
            </a:r>
          </a:p>
          <a:p>
            <a:pPr algn="l"/>
            <a:r>
              <a:rPr lang="en-US" sz="2800" b="1" dirty="0">
                <a:latin typeface="Calibri" pitchFamily="34" charset="0"/>
              </a:rPr>
              <a:t>A C atom with 4 different substituents </a:t>
            </a:r>
            <a:endParaRPr lang="el-GR" sz="2800" dirty="0"/>
          </a:p>
        </p:txBody>
      </p:sp>
    </p:spTree>
    <p:extLst>
      <p:ext uri="{BB962C8B-B14F-4D97-AF65-F5344CB8AC3E}">
        <p14:creationId xmlns:p14="http://schemas.microsoft.com/office/powerpoint/2010/main" val="4056074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Stereogenic </a:t>
            </a:r>
            <a:r>
              <a:rPr lang="en-US" sz="3600" b="1" dirty="0" err="1">
                <a:latin typeface="Calibri" pitchFamily="34" charset="0"/>
                <a:cs typeface="Calibri" pitchFamily="34" charset="0"/>
              </a:rPr>
              <a:t>Centres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00" y="2369840"/>
            <a:ext cx="2592288" cy="2836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27472" y="1289720"/>
            <a:ext cx="9103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1" dirty="0" err="1">
                <a:solidFill>
                  <a:srgbClr val="FF0000"/>
                </a:solidFill>
                <a:latin typeface="Calibri" pitchFamily="34" charset="0"/>
              </a:rPr>
              <a:t>Stereogenic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chiral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asymmetric</a:t>
            </a:r>
            <a:r>
              <a:rPr lang="en-US" sz="2800" b="1" dirty="0">
                <a:latin typeface="Calibri" pitchFamily="34" charset="0"/>
              </a:rPr>
              <a:t> </a:t>
            </a:r>
            <a:r>
              <a:rPr lang="en-US" sz="2800" b="1" dirty="0" err="1">
                <a:latin typeface="Calibri" pitchFamily="34" charset="0"/>
              </a:rPr>
              <a:t>centre</a:t>
            </a:r>
            <a:r>
              <a:rPr lang="en-US" sz="2800" b="1" dirty="0">
                <a:latin typeface="Calibri" pitchFamily="34" charset="0"/>
              </a:rPr>
              <a:t>: </a:t>
            </a:r>
          </a:p>
          <a:p>
            <a:pPr algn="l"/>
            <a:r>
              <a:rPr lang="en-US" sz="2800" b="1" dirty="0">
                <a:latin typeface="Calibri" pitchFamily="34" charset="0"/>
              </a:rPr>
              <a:t>A C atom with 4 different substituents </a:t>
            </a:r>
            <a:endParaRPr lang="el-GR" sz="2800" dirty="0"/>
          </a:p>
        </p:txBody>
      </p:sp>
    </p:spTree>
    <p:extLst>
      <p:ext uri="{BB962C8B-B14F-4D97-AF65-F5344CB8AC3E}">
        <p14:creationId xmlns:p14="http://schemas.microsoft.com/office/powerpoint/2010/main" val="2868712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Stereogenic </a:t>
            </a:r>
            <a:r>
              <a:rPr lang="en-US" sz="3600" b="1" dirty="0" err="1">
                <a:latin typeface="Calibri" pitchFamily="34" charset="0"/>
                <a:cs typeface="Calibri" pitchFamily="34" charset="0"/>
              </a:rPr>
              <a:t>Centres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00" y="2369840"/>
            <a:ext cx="2592288" cy="2836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909" y="2243827"/>
            <a:ext cx="3007940" cy="20453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7472" y="1289720"/>
            <a:ext cx="9103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1" dirty="0" err="1">
                <a:solidFill>
                  <a:srgbClr val="FF0000"/>
                </a:solidFill>
                <a:latin typeface="Calibri" pitchFamily="34" charset="0"/>
              </a:rPr>
              <a:t>Stereogenic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chiral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asymmetric</a:t>
            </a:r>
            <a:r>
              <a:rPr lang="en-US" sz="2800" b="1" dirty="0">
                <a:latin typeface="Calibri" pitchFamily="34" charset="0"/>
              </a:rPr>
              <a:t> </a:t>
            </a:r>
            <a:r>
              <a:rPr lang="en-US" sz="2800" b="1" dirty="0" err="1">
                <a:latin typeface="Calibri" pitchFamily="34" charset="0"/>
              </a:rPr>
              <a:t>centre</a:t>
            </a:r>
            <a:r>
              <a:rPr lang="en-US" sz="2800" b="1" dirty="0">
                <a:latin typeface="Calibri" pitchFamily="34" charset="0"/>
              </a:rPr>
              <a:t>: </a:t>
            </a:r>
          </a:p>
          <a:p>
            <a:pPr algn="l"/>
            <a:r>
              <a:rPr lang="en-US" sz="2800" b="1" dirty="0">
                <a:latin typeface="Calibri" pitchFamily="34" charset="0"/>
              </a:rPr>
              <a:t>A C atom with 4 different substituents </a:t>
            </a:r>
            <a:endParaRPr lang="el-GR" sz="2800" dirty="0"/>
          </a:p>
        </p:txBody>
      </p:sp>
    </p:spTree>
    <p:extLst>
      <p:ext uri="{BB962C8B-B14F-4D97-AF65-F5344CB8AC3E}">
        <p14:creationId xmlns:p14="http://schemas.microsoft.com/office/powerpoint/2010/main" val="2868712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Stereogenic </a:t>
            </a:r>
            <a:r>
              <a:rPr lang="en-US" sz="3600" b="1" dirty="0" err="1">
                <a:latin typeface="Calibri" pitchFamily="34" charset="0"/>
                <a:cs typeface="Calibri" pitchFamily="34" charset="0"/>
              </a:rPr>
              <a:t>Centres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00" y="2369840"/>
            <a:ext cx="2592288" cy="2836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909" y="2243827"/>
            <a:ext cx="3007940" cy="20453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7472" y="1289720"/>
            <a:ext cx="9103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1" dirty="0" err="1">
                <a:solidFill>
                  <a:srgbClr val="FF0000"/>
                </a:solidFill>
                <a:latin typeface="Calibri" pitchFamily="34" charset="0"/>
              </a:rPr>
              <a:t>Stereogenic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chiral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asymmetric</a:t>
            </a:r>
            <a:r>
              <a:rPr lang="en-US" sz="2800" b="1" dirty="0">
                <a:latin typeface="Calibri" pitchFamily="34" charset="0"/>
              </a:rPr>
              <a:t> </a:t>
            </a:r>
            <a:r>
              <a:rPr lang="en-US" sz="2800" b="1" dirty="0" err="1">
                <a:latin typeface="Calibri" pitchFamily="34" charset="0"/>
              </a:rPr>
              <a:t>centre</a:t>
            </a:r>
            <a:r>
              <a:rPr lang="en-US" sz="2800" b="1" dirty="0">
                <a:latin typeface="Calibri" pitchFamily="34" charset="0"/>
              </a:rPr>
              <a:t>: </a:t>
            </a:r>
          </a:p>
          <a:p>
            <a:pPr algn="l"/>
            <a:r>
              <a:rPr lang="en-US" sz="2800" b="1" dirty="0">
                <a:latin typeface="Calibri" pitchFamily="34" charset="0"/>
              </a:rPr>
              <a:t>A C atom with 4 different substituents </a:t>
            </a:r>
            <a:endParaRPr lang="el-GR" sz="2800" dirty="0"/>
          </a:p>
        </p:txBody>
      </p:sp>
      <p:sp>
        <p:nvSpPr>
          <p:cNvPr id="11" name="Right Arrow 10"/>
          <p:cNvSpPr/>
          <p:nvPr/>
        </p:nvSpPr>
        <p:spPr bwMode="auto">
          <a:xfrm rot="13684861">
            <a:off x="6210707" y="4636750"/>
            <a:ext cx="1037615" cy="178900"/>
          </a:xfrm>
          <a:prstGeom prst="rightArrow">
            <a:avLst/>
          </a:prstGeom>
          <a:solidFill>
            <a:srgbClr val="FF00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3000" b="0" i="0" u="none" strike="noStrike" cap="none" normalizeH="0" baseline="0">
              <a:ln>
                <a:noFill/>
              </a:ln>
              <a:solidFill>
                <a:srgbClr val="577AB1"/>
              </a:solidFill>
              <a:effectLst/>
              <a:latin typeface="Palatino" pitchFamily="-128" charset="0"/>
              <a:ea typeface="ヒラギノ角ゴ Pro W3" pitchFamily="-128" charset="-128"/>
              <a:sym typeface="Palatino" pitchFamily="-128" charset="0"/>
            </a:endParaRPr>
          </a:p>
        </p:txBody>
      </p:sp>
      <p:sp>
        <p:nvSpPr>
          <p:cNvPr id="12" name="Right Arrow 11"/>
          <p:cNvSpPr/>
          <p:nvPr/>
        </p:nvSpPr>
        <p:spPr bwMode="auto">
          <a:xfrm rot="18820918">
            <a:off x="7012078" y="4636749"/>
            <a:ext cx="1037615" cy="178900"/>
          </a:xfrm>
          <a:prstGeom prst="rightArrow">
            <a:avLst/>
          </a:prstGeom>
          <a:solidFill>
            <a:srgbClr val="FF00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3000" b="0" i="0" u="none" strike="noStrike" cap="none" normalizeH="0" baseline="0">
              <a:ln>
                <a:noFill/>
              </a:ln>
              <a:solidFill>
                <a:srgbClr val="577AB1"/>
              </a:solidFill>
              <a:effectLst/>
              <a:latin typeface="Palatino" pitchFamily="-128" charset="0"/>
              <a:ea typeface="ヒラギノ角ゴ Pro W3" pitchFamily="-128" charset="-128"/>
              <a:sym typeface="Palatino" pitchFamily="-12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43787" y="5034136"/>
            <a:ext cx="219778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Enantiomers</a:t>
            </a:r>
            <a:endParaRPr lang="el-G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793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Stereogenic </a:t>
            </a:r>
            <a:r>
              <a:rPr lang="en-US" sz="3600" b="1" dirty="0" err="1">
                <a:latin typeface="Calibri" pitchFamily="34" charset="0"/>
                <a:cs typeface="Calibri" pitchFamily="34" charset="0"/>
              </a:rPr>
              <a:t>Centres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00" y="2369840"/>
            <a:ext cx="2592288" cy="2836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9014" y="5754216"/>
            <a:ext cx="101835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B050"/>
                </a:solidFill>
                <a:latin typeface="Calibri" pitchFamily="34" charset="0"/>
              </a:rPr>
              <a:t>Chirality: The property of being chiral, (from Greek </a:t>
            </a:r>
            <a:r>
              <a:rPr lang="en-US" b="1" dirty="0" err="1">
                <a:solidFill>
                  <a:srgbClr val="00B050"/>
                </a:solidFill>
                <a:latin typeface="Calibri" pitchFamily="34" charset="0"/>
              </a:rPr>
              <a:t>cheir</a:t>
            </a:r>
            <a:r>
              <a:rPr lang="en-US" b="1" dirty="0">
                <a:solidFill>
                  <a:srgbClr val="00B050"/>
                </a:solidFill>
                <a:latin typeface="Calibri" pitchFamily="34" charset="0"/>
              </a:rPr>
              <a:t>=hand)</a:t>
            </a:r>
          </a:p>
          <a:p>
            <a:pPr algn="l"/>
            <a:r>
              <a:rPr lang="en-US" b="1" dirty="0">
                <a:solidFill>
                  <a:srgbClr val="00B050"/>
                </a:solidFill>
                <a:latin typeface="Calibri" pitchFamily="34" charset="0"/>
              </a:rPr>
              <a:t>Chiral is an object that is not identical to its mirror image</a:t>
            </a:r>
            <a:endParaRPr lang="el-GR" dirty="0">
              <a:solidFill>
                <a:srgbClr val="00B05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909" y="2243827"/>
            <a:ext cx="3007940" cy="20453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7472" y="1289720"/>
            <a:ext cx="9103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1" dirty="0" err="1">
                <a:solidFill>
                  <a:srgbClr val="FF0000"/>
                </a:solidFill>
                <a:latin typeface="Calibri" pitchFamily="34" charset="0"/>
              </a:rPr>
              <a:t>Stereogenic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chiral</a:t>
            </a:r>
            <a:r>
              <a:rPr lang="en-US" sz="2800" b="1" dirty="0">
                <a:latin typeface="Calibri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asymmetric</a:t>
            </a:r>
            <a:r>
              <a:rPr lang="en-US" sz="2800" b="1" dirty="0">
                <a:latin typeface="Calibri" pitchFamily="34" charset="0"/>
              </a:rPr>
              <a:t> </a:t>
            </a:r>
            <a:r>
              <a:rPr lang="en-US" sz="2800" b="1" dirty="0" err="1">
                <a:latin typeface="Calibri" pitchFamily="34" charset="0"/>
              </a:rPr>
              <a:t>centre</a:t>
            </a:r>
            <a:r>
              <a:rPr lang="en-US" sz="2800" b="1" dirty="0">
                <a:latin typeface="Calibri" pitchFamily="34" charset="0"/>
              </a:rPr>
              <a:t>: </a:t>
            </a:r>
          </a:p>
          <a:p>
            <a:pPr algn="l"/>
            <a:r>
              <a:rPr lang="en-US" sz="2800" b="1" dirty="0">
                <a:latin typeface="Calibri" pitchFamily="34" charset="0"/>
              </a:rPr>
              <a:t>A C atom with 4 different substituents </a:t>
            </a:r>
            <a:endParaRPr lang="el-GR" sz="2800" dirty="0"/>
          </a:p>
        </p:txBody>
      </p:sp>
      <p:sp>
        <p:nvSpPr>
          <p:cNvPr id="11" name="Right Arrow 10"/>
          <p:cNvSpPr/>
          <p:nvPr/>
        </p:nvSpPr>
        <p:spPr bwMode="auto">
          <a:xfrm rot="13684861">
            <a:off x="6210707" y="4636750"/>
            <a:ext cx="1037615" cy="178900"/>
          </a:xfrm>
          <a:prstGeom prst="rightArrow">
            <a:avLst/>
          </a:prstGeom>
          <a:solidFill>
            <a:srgbClr val="FF00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3000" b="0" i="0" u="none" strike="noStrike" cap="none" normalizeH="0" baseline="0">
              <a:ln>
                <a:noFill/>
              </a:ln>
              <a:solidFill>
                <a:srgbClr val="577AB1"/>
              </a:solidFill>
              <a:effectLst/>
              <a:latin typeface="Palatino" pitchFamily="-128" charset="0"/>
              <a:ea typeface="ヒラギノ角ゴ Pro W3" pitchFamily="-128" charset="-128"/>
              <a:sym typeface="Palatino" pitchFamily="-128" charset="0"/>
            </a:endParaRPr>
          </a:p>
        </p:txBody>
      </p:sp>
      <p:sp>
        <p:nvSpPr>
          <p:cNvPr id="12" name="Right Arrow 11"/>
          <p:cNvSpPr/>
          <p:nvPr/>
        </p:nvSpPr>
        <p:spPr bwMode="auto">
          <a:xfrm rot="18820918">
            <a:off x="7012078" y="4636749"/>
            <a:ext cx="1037615" cy="178900"/>
          </a:xfrm>
          <a:prstGeom prst="rightArrow">
            <a:avLst/>
          </a:prstGeom>
          <a:solidFill>
            <a:srgbClr val="FF00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3000" b="0" i="0" u="none" strike="noStrike" cap="none" normalizeH="0" baseline="0">
              <a:ln>
                <a:noFill/>
              </a:ln>
              <a:solidFill>
                <a:srgbClr val="577AB1"/>
              </a:solidFill>
              <a:effectLst/>
              <a:latin typeface="Palatino" pitchFamily="-128" charset="0"/>
              <a:ea typeface="ヒラギノ角ゴ Pro W3" pitchFamily="-128" charset="-128"/>
              <a:sym typeface="Palatino" pitchFamily="-12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43787" y="5034136"/>
            <a:ext cx="219778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Enantiomers</a:t>
            </a:r>
            <a:endParaRPr lang="el-G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793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Configuration and Conformation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5464" y="1361728"/>
            <a:ext cx="69855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b="1" dirty="0">
                <a:latin typeface="Calibri" pitchFamily="34" charset="0"/>
              </a:rPr>
              <a:t>To change a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configuration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,</a:t>
            </a:r>
            <a:r>
              <a:rPr lang="en-US" sz="2400" b="1" dirty="0">
                <a:solidFill>
                  <a:srgbClr val="7030A0"/>
                </a:solidFill>
                <a:latin typeface="Calibri" pitchFamily="34" charset="0"/>
              </a:rPr>
              <a:t> </a:t>
            </a:r>
            <a:r>
              <a:rPr lang="en-US" sz="2400" b="1" dirty="0">
                <a:latin typeface="Calibri" pitchFamily="34" charset="0"/>
              </a:rPr>
              <a:t>bonds must be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broken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>
                <a:latin typeface="Calibri" pitchFamily="34" charset="0"/>
              </a:rPr>
              <a:t>To change a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conformation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n-US" sz="2400" b="1" dirty="0">
                <a:latin typeface="Calibri" pitchFamily="34" charset="0"/>
              </a:rPr>
              <a:t>bonds must be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rotated</a:t>
            </a:r>
            <a:endParaRPr lang="el-GR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514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Configuration and Conformation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5464" y="1361728"/>
            <a:ext cx="69855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b="1" dirty="0">
                <a:latin typeface="Calibri" pitchFamily="34" charset="0"/>
              </a:rPr>
              <a:t>To change a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configuration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,</a:t>
            </a:r>
            <a:r>
              <a:rPr lang="en-US" sz="2400" b="1" dirty="0">
                <a:solidFill>
                  <a:srgbClr val="7030A0"/>
                </a:solidFill>
                <a:latin typeface="Calibri" pitchFamily="34" charset="0"/>
              </a:rPr>
              <a:t> </a:t>
            </a:r>
            <a:r>
              <a:rPr lang="en-US" sz="2400" b="1" dirty="0">
                <a:latin typeface="Calibri" pitchFamily="34" charset="0"/>
              </a:rPr>
              <a:t>bonds must be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broken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>
                <a:latin typeface="Calibri" pitchFamily="34" charset="0"/>
              </a:rPr>
              <a:t>To change a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conformation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n-US" sz="2400" b="1" dirty="0">
                <a:latin typeface="Calibri" pitchFamily="34" charset="0"/>
              </a:rPr>
              <a:t>bonds must be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rotated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78" y="3124200"/>
            <a:ext cx="8419667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281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400"/>
            <a:ext cx="8382000" cy="4724400"/>
          </a:xfrm>
        </p:spPr>
        <p:txBody>
          <a:bodyPr/>
          <a:lstStyle/>
          <a:p>
            <a:r>
              <a:rPr lang="en-US" dirty="0"/>
              <a:t>CIP rules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sz="2000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36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How can you assign if a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The rules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07" y="1433735"/>
            <a:ext cx="5529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1. Determine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priority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by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atomic numbers  </a:t>
            </a:r>
            <a:endParaRPr lang="el-GR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06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sz="2000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37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How can you assign if a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The rules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07" y="1433735"/>
            <a:ext cx="5529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1. Determine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priority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by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atomic numbers  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00618"/>
            <a:ext cx="1705447" cy="827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3191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sz="2000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38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How can you assign if a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The rules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07" y="1433735"/>
            <a:ext cx="5529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1. Determine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priority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by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atomic numbers  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00618"/>
            <a:ext cx="1705447" cy="827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014" y="2418375"/>
            <a:ext cx="7321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2. Rotate the molecule so as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N</a:t>
            </a:r>
            <a:r>
              <a:rPr lang="en-US" sz="2400" b="1" baseline="30000" dirty="0">
                <a:solidFill>
                  <a:srgbClr val="C00000"/>
                </a:solidFill>
                <a:latin typeface="Calibri" pitchFamily="34" charset="0"/>
              </a:rPr>
              <a:t>o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4 to point away from you</a:t>
            </a:r>
            <a:endParaRPr lang="el-GR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191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sz="2000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39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How can you assign if a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The rules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07" y="1433735"/>
            <a:ext cx="5529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1. Determine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priority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by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atomic numbers  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00618"/>
            <a:ext cx="1705447" cy="827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014" y="2418375"/>
            <a:ext cx="7321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2. Rotate the molecule so as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N</a:t>
            </a:r>
            <a:r>
              <a:rPr lang="en-US" sz="2400" b="1" baseline="30000" dirty="0">
                <a:solidFill>
                  <a:srgbClr val="C00000"/>
                </a:solidFill>
                <a:latin typeface="Calibri" pitchFamily="34" charset="0"/>
              </a:rPr>
              <a:t>o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4 to point away from you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13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944375"/>
            <a:ext cx="6095358" cy="97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3191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sz="2000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40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How can you assign if a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The rules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07" y="1433735"/>
            <a:ext cx="5529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1. Determine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priority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by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atomic numbers  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00618"/>
            <a:ext cx="1705447" cy="827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014" y="2418375"/>
            <a:ext cx="7321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2. Rotate the molecule so as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N</a:t>
            </a:r>
            <a:r>
              <a:rPr lang="en-US" sz="2400" b="1" baseline="30000" dirty="0">
                <a:solidFill>
                  <a:srgbClr val="C00000"/>
                </a:solidFill>
                <a:latin typeface="Calibri" pitchFamily="34" charset="0"/>
              </a:rPr>
              <a:t>o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4 to point away from you</a:t>
            </a:r>
            <a:endParaRPr lang="el-GR" sz="2400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07" y="3921003"/>
            <a:ext cx="101891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360000"/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3. If the movement 1 → 2 → 3 is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clockwise,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then the configuration is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R</a:t>
            </a:r>
            <a:endParaRPr lang="en-US" sz="2400" b="1" dirty="0">
              <a:solidFill>
                <a:srgbClr val="C00000"/>
              </a:solidFill>
              <a:latin typeface="Calibri" pitchFamily="34" charset="0"/>
            </a:endParaRPr>
          </a:p>
          <a:p>
            <a:pPr algn="l"/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   If it is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counterclockwise, 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then the configuration is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S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13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944375"/>
            <a:ext cx="6095358" cy="97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31918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sz="2000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How can you assign if a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The rules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07" y="1433735"/>
            <a:ext cx="5529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1. Determine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priority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by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atomic numbers  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00618"/>
            <a:ext cx="1705447" cy="827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014" y="2418375"/>
            <a:ext cx="7321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2. Rotate the molecule so as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N</a:t>
            </a:r>
            <a:r>
              <a:rPr lang="en-US" sz="2400" b="1" baseline="30000" dirty="0">
                <a:solidFill>
                  <a:srgbClr val="C00000"/>
                </a:solidFill>
                <a:latin typeface="Calibri" pitchFamily="34" charset="0"/>
              </a:rPr>
              <a:t>o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4 to point away from you</a:t>
            </a:r>
            <a:endParaRPr lang="el-GR" sz="2400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07" y="3921003"/>
            <a:ext cx="101891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360000"/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3. If the movement 1 → 2 → 3 is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clockwise,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then the configuration is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R</a:t>
            </a:r>
            <a:endParaRPr lang="en-US" sz="2400" b="1" dirty="0">
              <a:solidFill>
                <a:srgbClr val="C00000"/>
              </a:solidFill>
              <a:latin typeface="Calibri" pitchFamily="34" charset="0"/>
            </a:endParaRPr>
          </a:p>
          <a:p>
            <a:pPr algn="l"/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    If it is 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counterclockwise, 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then the configuration is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S</a:t>
            </a:r>
            <a:endParaRPr lang="el-GR" sz="2400" dirty="0">
              <a:solidFill>
                <a:srgbClr val="C00000"/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800600"/>
            <a:ext cx="206692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Content Placeholder 5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944375"/>
            <a:ext cx="6095358" cy="97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6381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42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44585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206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43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44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63497" imgH="385290" progId="ChemDraw.Document.6.0">
                  <p:embed/>
                </p:oleObj>
              </mc:Choice>
              <mc:Fallback>
                <p:oleObj name="CS ChemDraw Drawing" r:id="rId4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63497" imgH="385290" progId="ChemDraw.Document.6.0">
                  <p:embed/>
                </p:oleObj>
              </mc:Choice>
              <mc:Fallback>
                <p:oleObj name="CS ChemDraw Drawing" r:id="rId4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46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63497" imgH="385290" progId="ChemDraw.Document.6.0">
                  <p:embed/>
                </p:oleObj>
              </mc:Choice>
              <mc:Fallback>
                <p:oleObj name="CS ChemDraw Drawing" r:id="rId4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47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63497" imgH="385290" progId="ChemDraw.Document.6.0">
                  <p:embed/>
                </p:oleObj>
              </mc:Choice>
              <mc:Fallback>
                <p:oleObj name="CS ChemDraw Drawing" r:id="rId4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48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63497" imgH="385290" progId="ChemDraw.Document.6.0">
                  <p:embed/>
                </p:oleObj>
              </mc:Choice>
              <mc:Fallback>
                <p:oleObj name="CS ChemDraw Drawing" r:id="rId4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49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38584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563497" imgH="385290" progId="ChemDraw.Document.6.0">
                  <p:embed/>
                </p:oleObj>
              </mc:Choice>
              <mc:Fallback>
                <p:oleObj name="CS ChemDraw Drawing" r:id="rId6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50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38584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563497" imgH="385290" progId="ChemDraw.Document.6.0">
                  <p:embed/>
                </p:oleObj>
              </mc:Choice>
              <mc:Fallback>
                <p:oleObj name="CS ChemDraw Drawing" r:id="rId6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38584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528020"/>
              </p:ext>
            </p:extLst>
          </p:nvPr>
        </p:nvGraphicFramePr>
        <p:xfrm>
          <a:off x="2269221" y="4605884"/>
          <a:ext cx="1224136" cy="13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72680" imgH="533520" progId="ChemDraw.Document.6.0">
                  <p:embed/>
                </p:oleObj>
              </mc:Choice>
              <mc:Fallback>
                <p:oleObj name="CS ChemDraw Drawing" r:id="rId6" imgW="472680" imgH="5335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9221" y="4605884"/>
                        <a:ext cx="1224136" cy="1380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63497" imgH="385290" progId="ChemDraw.Document.6.0">
                  <p:embed/>
                </p:oleObj>
              </mc:Choice>
              <mc:Fallback>
                <p:oleObj name="CS ChemDraw Drawing" r:id="rId8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52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38584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528020"/>
              </p:ext>
            </p:extLst>
          </p:nvPr>
        </p:nvGraphicFramePr>
        <p:xfrm>
          <a:off x="2269221" y="4605884"/>
          <a:ext cx="1224136" cy="13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72680" imgH="533520" progId="ChemDraw.Document.6.0">
                  <p:embed/>
                </p:oleObj>
              </mc:Choice>
              <mc:Fallback>
                <p:oleObj name="CS ChemDraw Drawing" r:id="rId6" imgW="472680" imgH="5335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9221" y="4605884"/>
                        <a:ext cx="1224136" cy="1380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63497" imgH="385290" progId="ChemDraw.Document.6.0">
                  <p:embed/>
                </p:oleObj>
              </mc:Choice>
              <mc:Fallback>
                <p:oleObj name="CS ChemDraw Drawing" r:id="rId8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7802" y="5591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53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38584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528020"/>
              </p:ext>
            </p:extLst>
          </p:nvPr>
        </p:nvGraphicFramePr>
        <p:xfrm>
          <a:off x="2269221" y="4605884"/>
          <a:ext cx="1224136" cy="13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72680" imgH="533520" progId="ChemDraw.Document.6.0">
                  <p:embed/>
                </p:oleObj>
              </mc:Choice>
              <mc:Fallback>
                <p:oleObj name="CS ChemDraw Drawing" r:id="rId6" imgW="472680" imgH="5335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9221" y="4605884"/>
                        <a:ext cx="1224136" cy="1380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63497" imgH="385290" progId="ChemDraw.Document.6.0">
                  <p:embed/>
                </p:oleObj>
              </mc:Choice>
              <mc:Fallback>
                <p:oleObj name="CS ChemDraw Drawing" r:id="rId8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7802" y="5591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2762" y="53732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54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426383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38584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528020"/>
              </p:ext>
            </p:extLst>
          </p:nvPr>
        </p:nvGraphicFramePr>
        <p:xfrm>
          <a:off x="2269221" y="4605884"/>
          <a:ext cx="1224136" cy="13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72680" imgH="533520" progId="ChemDraw.Document.6.0">
                  <p:embed/>
                </p:oleObj>
              </mc:Choice>
              <mc:Fallback>
                <p:oleObj name="CS ChemDraw Drawing" r:id="rId6" imgW="472680" imgH="5335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9221" y="4605884"/>
                        <a:ext cx="1224136" cy="1380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5431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63497" imgH="385290" progId="ChemDraw.Document.6.0">
                  <p:embed/>
                </p:oleObj>
              </mc:Choice>
              <mc:Fallback>
                <p:oleObj name="CS ChemDraw Drawing" r:id="rId8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7802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7802" y="5591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2762" y="53732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91959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55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939286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558323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254999"/>
              </p:ext>
            </p:extLst>
          </p:nvPr>
        </p:nvGraphicFramePr>
        <p:xfrm>
          <a:off x="2269221" y="4605884"/>
          <a:ext cx="1224136" cy="13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72680" imgH="533520" progId="ChemDraw.Document.6.0">
                  <p:embed/>
                </p:oleObj>
              </mc:Choice>
              <mc:Fallback>
                <p:oleObj name="CS ChemDraw Drawing" r:id="rId6" imgW="472680" imgH="5335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9221" y="4605884"/>
                        <a:ext cx="1224136" cy="1380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226613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63497" imgH="385290" progId="ChemDraw.Document.6.0">
                  <p:embed/>
                </p:oleObj>
              </mc:Choice>
              <mc:Fallback>
                <p:oleObj name="CS ChemDraw Drawing" r:id="rId8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7802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189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7802" y="5591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2762" y="53732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6212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56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939286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558323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254999"/>
              </p:ext>
            </p:extLst>
          </p:nvPr>
        </p:nvGraphicFramePr>
        <p:xfrm>
          <a:off x="2269221" y="4605884"/>
          <a:ext cx="1224136" cy="13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72680" imgH="533520" progId="ChemDraw.Document.6.0">
                  <p:embed/>
                </p:oleObj>
              </mc:Choice>
              <mc:Fallback>
                <p:oleObj name="CS ChemDraw Drawing" r:id="rId6" imgW="472680" imgH="5335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9221" y="4605884"/>
                        <a:ext cx="1224136" cy="1380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226613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63497" imgH="385290" progId="ChemDraw.Document.6.0">
                  <p:embed/>
                </p:oleObj>
              </mc:Choice>
              <mc:Fallback>
                <p:oleObj name="CS ChemDraw Drawing" r:id="rId8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228858"/>
              </p:ext>
            </p:extLst>
          </p:nvPr>
        </p:nvGraphicFramePr>
        <p:xfrm>
          <a:off x="6593845" y="4607690"/>
          <a:ext cx="1224136" cy="1291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493533" imgH="520830" progId="ChemDraw.Document.6.0">
                  <p:embed/>
                </p:oleObj>
              </mc:Choice>
              <mc:Fallback>
                <p:oleObj name="CS ChemDraw Drawing" r:id="rId10" imgW="493533" imgH="52083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93845" y="4607690"/>
                        <a:ext cx="1224136" cy="1291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47902" y="43593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7981" y="535983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9916" y="435406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3884" y="543707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4731" y="566267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7802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189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7802" y="5591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2762" y="53732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6212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57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939286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558323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443204"/>
              </p:ext>
            </p:extLst>
          </p:nvPr>
        </p:nvGraphicFramePr>
        <p:xfrm>
          <a:off x="6372466" y="4814126"/>
          <a:ext cx="1944687" cy="169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466" y="4814126"/>
                        <a:ext cx="1944687" cy="169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254999"/>
              </p:ext>
            </p:extLst>
          </p:nvPr>
        </p:nvGraphicFramePr>
        <p:xfrm>
          <a:off x="2269221" y="4605884"/>
          <a:ext cx="1224136" cy="13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72680" imgH="533520" progId="ChemDraw.Document.6.0">
                  <p:embed/>
                </p:oleObj>
              </mc:Choice>
              <mc:Fallback>
                <p:oleObj name="CS ChemDraw Drawing" r:id="rId6" imgW="472680" imgH="5335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9221" y="4605884"/>
                        <a:ext cx="1224136" cy="1380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226613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63497" imgH="385290" progId="ChemDraw.Document.6.0">
                  <p:embed/>
                </p:oleObj>
              </mc:Choice>
              <mc:Fallback>
                <p:oleObj name="CS ChemDraw Drawing" r:id="rId8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228858"/>
              </p:ext>
            </p:extLst>
          </p:nvPr>
        </p:nvGraphicFramePr>
        <p:xfrm>
          <a:off x="6593845" y="4607690"/>
          <a:ext cx="1224136" cy="1291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493533" imgH="520830" progId="ChemDraw.Document.6.0">
                  <p:embed/>
                </p:oleObj>
              </mc:Choice>
              <mc:Fallback>
                <p:oleObj name="CS ChemDraw Drawing" r:id="rId10" imgW="493533" imgH="52083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93845" y="4607690"/>
                        <a:ext cx="1224136" cy="1291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47902" y="43593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7981" y="535983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9916" y="435406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3884" y="543707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7802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189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7802" y="5591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2762" y="53732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6212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58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45" y="1534358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939286"/>
              </p:ext>
            </p:extLst>
          </p:nvPr>
        </p:nvGraphicFramePr>
        <p:xfrm>
          <a:off x="2069935" y="1935771"/>
          <a:ext cx="1296144" cy="93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4078" imgH="348570" progId="ChemDraw.Document.6.0">
                  <p:embed/>
                </p:oleObj>
              </mc:Choice>
              <mc:Fallback>
                <p:oleObj name="CS ChemDraw Drawing" r:id="rId2" imgW="484078" imgH="3485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9935" y="1935771"/>
                        <a:ext cx="1296144" cy="934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558323"/>
              </p:ext>
            </p:extLst>
          </p:nvPr>
        </p:nvGraphicFramePr>
        <p:xfrm>
          <a:off x="6372702" y="1937792"/>
          <a:ext cx="1944216" cy="169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702" y="1937792"/>
                        <a:ext cx="1944216" cy="169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443204"/>
              </p:ext>
            </p:extLst>
          </p:nvPr>
        </p:nvGraphicFramePr>
        <p:xfrm>
          <a:off x="6372466" y="4814126"/>
          <a:ext cx="1944687" cy="169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77274" imgH="502470" progId="ChemDraw.Document.6.0">
                  <p:embed/>
                </p:oleObj>
              </mc:Choice>
              <mc:Fallback>
                <p:oleObj name="CS ChemDraw Drawing" r:id="rId4" imgW="577274" imgH="50247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466" y="4814126"/>
                        <a:ext cx="1944687" cy="169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254999"/>
              </p:ext>
            </p:extLst>
          </p:nvPr>
        </p:nvGraphicFramePr>
        <p:xfrm>
          <a:off x="2269221" y="4605884"/>
          <a:ext cx="1224136" cy="138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72680" imgH="533520" progId="ChemDraw.Document.6.0">
                  <p:embed/>
                </p:oleObj>
              </mc:Choice>
              <mc:Fallback>
                <p:oleObj name="CS ChemDraw Drawing" r:id="rId6" imgW="472680" imgH="5335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9221" y="4605884"/>
                        <a:ext cx="1224136" cy="1380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91568" y="2945904"/>
            <a:ext cx="3060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No </a:t>
            </a:r>
            <a:r>
              <a:rPr lang="en-US" sz="2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stereogenic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743" y="156208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362" y="15674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692" y="2639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981" y="2645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226613"/>
              </p:ext>
            </p:extLst>
          </p:nvPr>
        </p:nvGraphicFramePr>
        <p:xfrm>
          <a:off x="6660771" y="1968881"/>
          <a:ext cx="1218136" cy="83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63497" imgH="385290" progId="ChemDraw.Document.6.0">
                  <p:embed/>
                </p:oleObj>
              </mc:Choice>
              <mc:Fallback>
                <p:oleObj name="CS ChemDraw Drawing" r:id="rId8" imgW="563497" imgH="3852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60771" y="1968881"/>
                        <a:ext cx="1218136" cy="833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81918" y="28706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228858"/>
              </p:ext>
            </p:extLst>
          </p:nvPr>
        </p:nvGraphicFramePr>
        <p:xfrm>
          <a:off x="6593845" y="4607690"/>
          <a:ext cx="1224136" cy="1291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493533" imgH="520830" progId="ChemDraw.Document.6.0">
                  <p:embed/>
                </p:oleObj>
              </mc:Choice>
              <mc:Fallback>
                <p:oleObj name="CS ChemDraw Drawing" r:id="rId10" imgW="493533" imgH="52083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93845" y="4607690"/>
                        <a:ext cx="1224136" cy="1291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47902" y="43593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7981" y="535983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9916" y="435406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3884" y="543707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4731" y="566267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7802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189" y="432222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7802" y="55910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2762" y="53732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6212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59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85999" y="3693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716" y="25708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3271" y="257087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716" y="142137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50" y="141433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3896" y="2885894"/>
            <a:ext cx="357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754950"/>
              </p:ext>
            </p:extLst>
          </p:nvPr>
        </p:nvGraphicFramePr>
        <p:xfrm>
          <a:off x="428468" y="1707662"/>
          <a:ext cx="1658040" cy="1426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38000" imgH="635400" progId="ChemDraw.Document.6.0">
                  <p:embed/>
                </p:oleObj>
              </mc:Choice>
              <mc:Fallback>
                <p:oleObj name="CS ChemDraw Drawing" r:id="rId2" imgW="738000" imgH="63540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8468" y="1707662"/>
                        <a:ext cx="1658040" cy="1426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452793" y="164517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2793" y="266794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9239" y="266793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7026" y="164422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40818">
            <a:off x="2173600" y="1293658"/>
            <a:ext cx="120015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164851"/>
              </p:ext>
            </p:extLst>
          </p:nvPr>
        </p:nvGraphicFramePr>
        <p:xfrm>
          <a:off x="5598553" y="1875060"/>
          <a:ext cx="1106183" cy="923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480600" imgH="401760" progId="ChemDraw.Document.6.0">
                  <p:embed/>
                </p:oleObj>
              </mc:Choice>
              <mc:Fallback>
                <p:oleObj name="CS ChemDraw Drawing" r:id="rId5" imgW="480600" imgH="4017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98553" y="1875060"/>
                        <a:ext cx="1106183" cy="923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422180"/>
              </p:ext>
            </p:extLst>
          </p:nvPr>
        </p:nvGraphicFramePr>
        <p:xfrm>
          <a:off x="7377507" y="1853505"/>
          <a:ext cx="1225688" cy="930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527040" imgH="400680" progId="ChemDraw.Document.6.0">
                  <p:embed/>
                </p:oleObj>
              </mc:Choice>
              <mc:Fallback>
                <p:oleObj name="CS ChemDraw Drawing" r:id="rId7" imgW="527040" imgH="4006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77507" y="1853505"/>
                        <a:ext cx="1225688" cy="9303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985243" y="531218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5485" y="453490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4779" y="53121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7231" y="474774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283498"/>
              </p:ext>
            </p:extLst>
          </p:nvPr>
        </p:nvGraphicFramePr>
        <p:xfrm>
          <a:off x="6781800" y="1267439"/>
          <a:ext cx="2385289" cy="2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607320" imgH="529920" progId="ChemDraw.Document.6.0">
                  <p:embed/>
                </p:oleObj>
              </mc:Choice>
              <mc:Fallback>
                <p:oleObj name="CS ChemDraw Drawing" r:id="rId9" imgW="607320" imgH="5299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81800" y="1267439"/>
                        <a:ext cx="2385289" cy="2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88000" y="6464312"/>
            <a:ext cx="2883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since H is outwards</a:t>
            </a:r>
            <a:endParaRPr lang="en-US" sz="2400" b="1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992279"/>
              </p:ext>
            </p:extLst>
          </p:nvPr>
        </p:nvGraphicFramePr>
        <p:xfrm>
          <a:off x="1925643" y="4401095"/>
          <a:ext cx="1136503" cy="1534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1" imgW="672120" imgH="905760" progId="ChemDraw.Document.6.0">
                  <p:embed/>
                </p:oleObj>
              </mc:Choice>
              <mc:Fallback>
                <p:oleObj name="CS ChemDraw Drawing" r:id="rId11" imgW="672120" imgH="9057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25643" y="4401095"/>
                        <a:ext cx="1136503" cy="1534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281504"/>
              </p:ext>
            </p:extLst>
          </p:nvPr>
        </p:nvGraphicFramePr>
        <p:xfrm>
          <a:off x="1268171" y="4016040"/>
          <a:ext cx="2442921" cy="2190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3" imgW="600480" imgH="537480" progId="ChemDraw.Document.6.0">
                  <p:embed/>
                </p:oleObj>
              </mc:Choice>
              <mc:Fallback>
                <p:oleObj name="CS ChemDraw Drawing" r:id="rId13" imgW="600480" imgH="5374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68171" y="4016040"/>
                        <a:ext cx="2442921" cy="2190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95304"/>
              </p:ext>
            </p:extLst>
          </p:nvPr>
        </p:nvGraphicFramePr>
        <p:xfrm>
          <a:off x="6388680" y="4503724"/>
          <a:ext cx="1724874" cy="1455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5" imgW="691920" imgH="583920" progId="ChemDraw.Document.6.0">
                  <p:embed/>
                </p:oleObj>
              </mc:Choice>
              <mc:Fallback>
                <p:oleObj name="CS ChemDraw Drawing" r:id="rId15" imgW="691920" imgH="5839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88680" y="4503724"/>
                        <a:ext cx="1724874" cy="1455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703164" y="431455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3044" y="539996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56" y="432631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3243" y="533442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453682"/>
              </p:ext>
            </p:extLst>
          </p:nvPr>
        </p:nvGraphicFramePr>
        <p:xfrm>
          <a:off x="5836515" y="3861264"/>
          <a:ext cx="2652372" cy="231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607320" imgH="529920" progId="ChemDraw.Document.6.0">
                  <p:embed/>
                </p:oleObj>
              </mc:Choice>
              <mc:Fallback>
                <p:oleObj name="CS ChemDraw Drawing" r:id="rId9" imgW="607320" imgH="52992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6515" y="3861264"/>
                        <a:ext cx="2652372" cy="231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809408" y="6486551"/>
            <a:ext cx="2883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since H is outwards</a:t>
            </a:r>
            <a:endParaRPr lang="en-US" sz="2400" b="1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215221"/>
              </p:ext>
            </p:extLst>
          </p:nvPr>
        </p:nvGraphicFramePr>
        <p:xfrm>
          <a:off x="3581400" y="1858716"/>
          <a:ext cx="1058077" cy="942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8" imgW="452520" imgH="403560" progId="ChemDraw.Document.6.0">
                  <p:embed/>
                </p:oleObj>
              </mc:Choice>
              <mc:Fallback>
                <p:oleObj name="CS ChemDraw Drawing" r:id="rId18" imgW="452520" imgH="4035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81400" y="1858716"/>
                        <a:ext cx="1058077" cy="942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665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5" grpId="0"/>
      <p:bldP spid="17" grpId="0"/>
      <p:bldP spid="18" grpId="0"/>
      <p:bldP spid="19" grpId="0"/>
      <p:bldP spid="23" grpId="0"/>
      <p:bldP spid="24" grpId="0"/>
      <p:bldP spid="25" grpId="0"/>
      <p:bldP spid="26" grpId="0"/>
      <p:bldP spid="28" grpId="0"/>
      <p:bldP spid="32" grpId="0"/>
      <p:bldP spid="33" grpId="0"/>
      <p:bldP spid="34" grpId="0"/>
      <p:bldP spid="35" grpId="0"/>
      <p:bldP spid="3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60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440" y="1880790"/>
            <a:ext cx="7364969" cy="153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19800" y="1570038"/>
            <a:ext cx="3048000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6547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440" y="1880790"/>
            <a:ext cx="7364969" cy="153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63008"/>
            <a:ext cx="5838891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19800" y="1570038"/>
            <a:ext cx="3048000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3733800" y="3883323"/>
            <a:ext cx="3048000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0602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62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Can you assign if the stereogenic center is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or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? Examples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440" y="1880790"/>
            <a:ext cx="7364969" cy="153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63008"/>
            <a:ext cx="5838891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19800" y="1570038"/>
            <a:ext cx="3048000" cy="208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060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63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83462" y="186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Plane of symmetry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5200"/>
            <a:ext cx="5791200" cy="125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7"/>
          <p:cNvPicPr>
            <a:picLocks noGrp="1"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5248275" cy="139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Content Placeholder 7"/>
          <p:cNvPicPr>
            <a:picLocks noGrp="1"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744" y="2362200"/>
            <a:ext cx="6207318" cy="112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Content Placeholder 7"/>
          <p:cNvPicPr>
            <a:picLocks noGrp="1"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800600"/>
            <a:ext cx="5288895" cy="204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665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64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Optical Activity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22" y="2271554"/>
            <a:ext cx="8009170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" y="1047418"/>
            <a:ext cx="9143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latin typeface="Calibri" pitchFamily="34" charset="0"/>
              </a:rPr>
              <a:t>Chiral molecules are optically active: They rotate the plane-polarized light </a:t>
            </a:r>
            <a:endParaRPr lang="el-GR" sz="2400" dirty="0"/>
          </a:p>
        </p:txBody>
      </p:sp>
      <p:sp>
        <p:nvSpPr>
          <p:cNvPr id="12" name="Rectangle 11"/>
          <p:cNvSpPr/>
          <p:nvPr/>
        </p:nvSpPr>
        <p:spPr>
          <a:xfrm>
            <a:off x="6146954" y="6304002"/>
            <a:ext cx="277909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libri" pitchFamily="34" charset="0"/>
              </a:rPr>
              <a:t>Specific rotation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42495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65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4" y="209600"/>
            <a:ext cx="91349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libri" pitchFamily="34" charset="0"/>
                <a:cs typeface="Calibri" pitchFamily="34" charset="0"/>
              </a:rPr>
              <a:t>Plane-</a:t>
            </a:r>
            <a:r>
              <a:rPr lang="en-US" sz="3600" b="1" dirty="0" err="1">
                <a:latin typeface="Calibri" pitchFamily="34" charset="0"/>
                <a:cs typeface="Calibri" pitchFamily="34" charset="0"/>
              </a:rPr>
              <a:t>polarised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light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5778"/>
            <a:ext cx="4258004" cy="22174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489" y="1503771"/>
            <a:ext cx="4736716" cy="22174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9125"/>
            <a:ext cx="4258004" cy="19343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305" y="4057242"/>
            <a:ext cx="4721166" cy="214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66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Relationship between (+) and (-), D and L enantiomers,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US" sz="3600" b="1" i="1" dirty="0">
                <a:latin typeface="Calibri" pitchFamily="34" charset="0"/>
                <a:cs typeface="Calibri" pitchFamily="34" charset="0"/>
              </a:rPr>
              <a:t>S 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configuration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7" name="Rectangle 6"/>
          <p:cNvSpPr/>
          <p:nvPr/>
        </p:nvSpPr>
        <p:spPr>
          <a:xfrm>
            <a:off x="-27053" y="2354936"/>
            <a:ext cx="91562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The (+) or d-isomer rotates the plane-polarized light clockwise: dextrorotation (from Latin </a:t>
            </a:r>
            <a:r>
              <a:rPr lang="en-US" sz="2400" b="1" dirty="0" err="1">
                <a:solidFill>
                  <a:srgbClr val="00B050"/>
                </a:solidFill>
                <a:latin typeface="Calibri" pitchFamily="34" charset="0"/>
              </a:rPr>
              <a:t>dexter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=right)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The (-) or l-isomer rotates the plane-polarized light counterclockwise: laevorotation (from Latin </a:t>
            </a:r>
            <a:r>
              <a:rPr lang="en-US" sz="2400" b="1" dirty="0" err="1">
                <a:solidFill>
                  <a:srgbClr val="00B050"/>
                </a:solidFill>
                <a:latin typeface="Calibri" pitchFamily="34" charset="0"/>
              </a:rPr>
              <a:t>laevus</a:t>
            </a:r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=left)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33927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R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 and </a:t>
            </a:r>
            <a:r>
              <a:rPr lang="en-US" sz="2400" b="1" i="1" dirty="0">
                <a:solidFill>
                  <a:srgbClr val="C00000"/>
                </a:solidFill>
                <a:latin typeface="Calibri" pitchFamily="34" charset="0"/>
              </a:rPr>
              <a:t>S</a:t>
            </a:r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 configuration is defined by the structure, using the rules we have seen</a:t>
            </a:r>
            <a:endParaRPr lang="el-GR" sz="2400" i="1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27053" y="4293928"/>
            <a:ext cx="91562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Calibri" pitchFamily="34" charset="0"/>
              </a:rPr>
              <a:t>D</a:t>
            </a:r>
            <a:r>
              <a:rPr lang="en-US" sz="2400" b="1" dirty="0">
                <a:solidFill>
                  <a:srgbClr val="7030A0"/>
                </a:solidFill>
                <a:latin typeface="Calibri" pitchFamily="34" charset="0"/>
              </a:rPr>
              <a:t> and </a:t>
            </a:r>
            <a:r>
              <a:rPr lang="en-US" sz="3200" b="1" dirty="0">
                <a:solidFill>
                  <a:srgbClr val="7030A0"/>
                </a:solidFill>
                <a:latin typeface="Calibri" pitchFamily="34" charset="0"/>
              </a:rPr>
              <a:t>L</a:t>
            </a:r>
            <a:r>
              <a:rPr lang="en-US" sz="2400" b="1" dirty="0">
                <a:solidFill>
                  <a:srgbClr val="7030A0"/>
                </a:solidFill>
                <a:latin typeface="Calibri" pitchFamily="34" charset="0"/>
              </a:rPr>
              <a:t> nomenclature is used mainly for carbohydrates and amino acids </a:t>
            </a:r>
            <a:endParaRPr lang="el-GR" sz="2400" dirty="0">
              <a:solidFill>
                <a:srgbClr val="7030A0"/>
              </a:solidFill>
            </a:endParaRPr>
          </a:p>
        </p:txBody>
      </p:sp>
      <p:pic>
        <p:nvPicPr>
          <p:cNvPr id="10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752" y="4876800"/>
            <a:ext cx="2448272" cy="137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176" y="4876800"/>
            <a:ext cx="1858624" cy="137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751913" y="6273684"/>
            <a:ext cx="14189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alibri" pitchFamily="34" charset="0"/>
              </a:rPr>
              <a:t>L-alanine 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34992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67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-5782" y="588969"/>
            <a:ext cx="91349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latin typeface="Calibri" pitchFamily="34" charset="0"/>
                <a:cs typeface="Calibri" pitchFamily="34" charset="0"/>
              </a:rPr>
              <a:t>Diastereoisomers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 are stereoisomers that are not enantiomers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9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677" y="2590800"/>
            <a:ext cx="5871152" cy="281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9233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68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186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Meso compounds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0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941" y="1295400"/>
            <a:ext cx="4166173" cy="281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7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06189"/>
            <a:ext cx="9129204" cy="100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Content Placeholder 5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447" y="5278779"/>
            <a:ext cx="3849342" cy="90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943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69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Fisher Projections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pic>
        <p:nvPicPr>
          <p:cNvPr id="12" name="Content Placeholder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05000"/>
            <a:ext cx="6805120" cy="233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23632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70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0960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libri" pitchFamily="34" charset="0"/>
                <a:cs typeface="Calibri" pitchFamily="34" charset="0"/>
              </a:rPr>
              <a:t>Conformational Isomers-Newman Projections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175" y="5178152"/>
            <a:ext cx="771525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271" y="3671063"/>
            <a:ext cx="7686154" cy="1507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58790" y="3197799"/>
            <a:ext cx="27169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</a:rPr>
              <a:t>Newman projection</a:t>
            </a:r>
            <a:endParaRPr lang="el-GR" sz="2400" dirty="0"/>
          </a:p>
        </p:txBody>
      </p:sp>
      <p:sp>
        <p:nvSpPr>
          <p:cNvPr id="18" name="Rectangle 17"/>
          <p:cNvSpPr/>
          <p:nvPr/>
        </p:nvSpPr>
        <p:spPr>
          <a:xfrm>
            <a:off x="2760477" y="3197799"/>
            <a:ext cx="28035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itchFamily="34" charset="0"/>
              </a:rPr>
              <a:t>Sawhorse projection</a:t>
            </a:r>
            <a:endParaRPr lang="el-GR" sz="2400" dirty="0">
              <a:solidFill>
                <a:srgbClr val="C00000"/>
              </a:solidFill>
            </a:endParaRP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695874"/>
              </p:ext>
            </p:extLst>
          </p:nvPr>
        </p:nvGraphicFramePr>
        <p:xfrm>
          <a:off x="462756" y="1485743"/>
          <a:ext cx="4143896" cy="1712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558880" imgH="1057680" progId="ChemDraw.Document.6.0">
                  <p:embed/>
                </p:oleObj>
              </mc:Choice>
              <mc:Fallback>
                <p:oleObj name="CS ChemDraw Drawing" r:id="rId4" imgW="2558880" imgH="10576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756" y="1485743"/>
                        <a:ext cx="4143896" cy="1712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236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71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09600"/>
            <a:ext cx="91292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libri" pitchFamily="34" charset="0"/>
                <a:cs typeface="Calibri" pitchFamily="34" charset="0"/>
              </a:rPr>
              <a:t>Resolution by using covalent </a:t>
            </a:r>
            <a:r>
              <a:rPr lang="en-US" sz="3600" b="1" dirty="0" err="1">
                <a:latin typeface="Calibri" pitchFamily="34" charset="0"/>
                <a:cs typeface="Calibri" pitchFamily="34" charset="0"/>
              </a:rPr>
              <a:t>diasteroisomers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8016539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7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05" y="3595464"/>
            <a:ext cx="8016539" cy="302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830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72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2" name="Rectangle 1"/>
          <p:cNvSpPr/>
          <p:nvPr/>
        </p:nvSpPr>
        <p:spPr>
          <a:xfrm>
            <a:off x="2209800" y="4267200"/>
            <a:ext cx="6934200" cy="2567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9014" y="38289"/>
            <a:ext cx="91201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libri" pitchFamily="34" charset="0"/>
                <a:cs typeface="Calibri" pitchFamily="34" charset="0"/>
              </a:rPr>
              <a:t>Resolution by using non-covalent </a:t>
            </a:r>
            <a:r>
              <a:rPr lang="en-US" sz="3600" b="1" dirty="0" err="1">
                <a:latin typeface="Calibri" pitchFamily="34" charset="0"/>
                <a:cs typeface="Calibri" pitchFamily="34" charset="0"/>
              </a:rPr>
              <a:t>diasteroisomers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2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0632"/>
            <a:ext cx="8605506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46914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73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850" y="209600"/>
            <a:ext cx="90563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Calibri" pitchFamily="34" charset="0"/>
                <a:cs typeface="Calibri" pitchFamily="34" charset="0"/>
              </a:rPr>
              <a:t>Resolution by column chromatography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2" name="Content Placeholder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832" y="1073696"/>
            <a:ext cx="6118568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Content Placeholder 7"/>
          <p:cNvPicPr>
            <a:picLocks noGrp="1"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90891"/>
            <a:ext cx="5181600" cy="296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46914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B87-735A-4FE5-AA93-DD696AE910B6}" type="slidenum">
              <a:rPr lang="en-US" smtClean="0"/>
              <a:t>74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186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Summary</a:t>
            </a:r>
            <a:endParaRPr lang="el-GR" sz="3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62404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1447800"/>
            <a:ext cx="9067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Three-dimensional shape of molecules</a:t>
            </a:r>
            <a:endParaRPr lang="el-GR" sz="3600" b="1" dirty="0">
              <a:latin typeface="Calibri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Molecules with mirror images</a:t>
            </a:r>
            <a:endParaRPr lang="el-GR" sz="3600" b="1" dirty="0">
              <a:latin typeface="Calibri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Molecules with symmetry</a:t>
            </a:r>
            <a:endParaRPr lang="el-GR" sz="3600" b="1" dirty="0">
              <a:latin typeface="Calibri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How to separate mirror-image molecules</a:t>
            </a:r>
            <a:endParaRPr lang="el-GR" sz="3600" b="1" dirty="0">
              <a:latin typeface="Calibri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Diastereoisomers</a:t>
            </a:r>
            <a:endParaRPr lang="el-GR" sz="3600" b="1" dirty="0">
              <a:latin typeface="Calibri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Shape and biological activity</a:t>
            </a:r>
            <a:endParaRPr lang="el-GR" sz="3600" b="1" dirty="0">
              <a:latin typeface="Calibri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How to draw stereochemistry</a:t>
            </a:r>
            <a:endParaRPr lang="el-GR" sz="3600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6463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libri" pitchFamily="34" charset="0"/>
                <a:cs typeface="Calibri" pitchFamily="34" charset="0"/>
              </a:rPr>
              <a:t>Homework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8600" y="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 105</a:t>
            </a:r>
          </a:p>
        </p:txBody>
      </p:sp>
      <p:sp>
        <p:nvSpPr>
          <p:cNvPr id="13" name="Vertical Scroll 4"/>
          <p:cNvSpPr/>
          <p:nvPr/>
        </p:nvSpPr>
        <p:spPr bwMode="auto">
          <a:xfrm>
            <a:off x="-76200" y="1752600"/>
            <a:ext cx="3505200" cy="3048000"/>
          </a:xfrm>
          <a:prstGeom prst="verticalScroll">
            <a:avLst/>
          </a:prstGeom>
          <a:solidFill>
            <a:srgbClr val="5A94F1">
              <a:alpha val="24901"/>
            </a:srgbClr>
          </a:solidFill>
          <a:ln w="25400" cap="flat" cmpd="sng" algn="ctr">
            <a:solidFill>
              <a:srgbClr val="577AB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Answer the Questions 1, 5, 6 of Chapter 14</a:t>
            </a:r>
            <a:endParaRPr lang="el-GR" sz="2800" b="1" dirty="0">
              <a:solidFill>
                <a:srgbClr val="00B050"/>
              </a:solidFill>
              <a:latin typeface="Calibri" pitchFamily="34" charset="0"/>
              <a:cs typeface="Calibri" pitchFamily="34" charset="0"/>
              <a:sym typeface="Palatino" pitchFamily="-128" charset="0"/>
            </a:endParaRPr>
          </a:p>
        </p:txBody>
      </p:sp>
      <p:sp>
        <p:nvSpPr>
          <p:cNvPr id="14" name="Striped Right Arrow 5"/>
          <p:cNvSpPr/>
          <p:nvPr/>
        </p:nvSpPr>
        <p:spPr bwMode="auto">
          <a:xfrm>
            <a:off x="3200400" y="3048000"/>
            <a:ext cx="2088232" cy="648072"/>
          </a:xfrm>
          <a:prstGeom prst="stripedRightArrow">
            <a:avLst/>
          </a:prstGeom>
          <a:solidFill>
            <a:srgbClr val="FF6600"/>
          </a:solidFill>
          <a:ln w="25400" cap="flat" cmpd="sng" algn="ctr">
            <a:solidFill>
              <a:srgbClr val="577AB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3000" b="0" i="0" u="none" strike="noStrike" cap="none" normalizeH="0" baseline="0">
              <a:ln>
                <a:noFill/>
              </a:ln>
              <a:solidFill>
                <a:srgbClr val="577AB1"/>
              </a:solidFill>
              <a:effectLst/>
              <a:latin typeface="Calibri" pitchFamily="34" charset="0"/>
              <a:cs typeface="Calibri" pitchFamily="34" charset="0"/>
              <a:sym typeface="Palatino" pitchFamily="-128" charset="0"/>
            </a:endParaRPr>
          </a:p>
        </p:txBody>
      </p:sp>
      <p:sp>
        <p:nvSpPr>
          <p:cNvPr id="15" name="Flowchart: Punched Tape 6"/>
          <p:cNvSpPr/>
          <p:nvPr/>
        </p:nvSpPr>
        <p:spPr bwMode="auto">
          <a:xfrm>
            <a:off x="5486400" y="2209800"/>
            <a:ext cx="3456384" cy="2016224"/>
          </a:xfrm>
          <a:prstGeom prst="flowChartPunchedTape">
            <a:avLst/>
          </a:prstGeom>
          <a:solidFill>
            <a:srgbClr val="5A94F1">
              <a:alpha val="24901"/>
            </a:srgbClr>
          </a:solidFill>
          <a:ln w="25400" cap="flat" cmpd="sng" algn="ctr">
            <a:solidFill>
              <a:srgbClr val="577AB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Deadline: 17/12/2018</a:t>
            </a:r>
            <a:r>
              <a:rPr lang="en-US" sz="2800" b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, 16:00</a:t>
            </a:r>
            <a:endParaRPr kumimoji="0" lang="el-GR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Calibri" pitchFamily="34" charset="0"/>
              <a:cs typeface="Calibri" pitchFamily="34" charset="0"/>
              <a:sym typeface="Palatino" pitchFamily="-128" charset="0"/>
            </a:endParaRPr>
          </a:p>
        </p:txBody>
      </p:sp>
      <p:sp>
        <p:nvSpPr>
          <p:cNvPr id="16" name="Cloud 8"/>
          <p:cNvSpPr/>
          <p:nvPr/>
        </p:nvSpPr>
        <p:spPr bwMode="auto">
          <a:xfrm>
            <a:off x="143000" y="5243907"/>
            <a:ext cx="8467600" cy="1441152"/>
          </a:xfrm>
          <a:prstGeom prst="cloud">
            <a:avLst/>
          </a:prstGeom>
          <a:solidFill>
            <a:srgbClr val="CC80B3">
              <a:alpha val="24706"/>
            </a:srgbClr>
          </a:solidFill>
          <a:ln w="25400" cap="flat" cmpd="sng" algn="ctr">
            <a:solidFill>
              <a:srgbClr val="577AB1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sz="3000" b="0" i="0" u="none" strike="noStrike" cap="none" normalizeH="0" baseline="0">
              <a:ln>
                <a:noFill/>
              </a:ln>
              <a:solidFill>
                <a:srgbClr val="577AB1"/>
              </a:solidFill>
              <a:effectLst/>
              <a:latin typeface="Palatino" pitchFamily="-128" charset="0"/>
              <a:ea typeface="ヒラギノ角ゴ Pro W3" pitchFamily="-128" charset="-128"/>
              <a:sym typeface="Palatino" pitchFamily="-128" charset="0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2631728" y="5610200"/>
            <a:ext cx="464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Study </a:t>
            </a:r>
            <a:r>
              <a:rPr lang="en-US" sz="2800" b="1">
                <a:solidFill>
                  <a:srgbClr val="00B050"/>
                </a:solidFill>
              </a:rPr>
              <a:t>Chapter 14 </a:t>
            </a:r>
            <a:r>
              <a:rPr lang="en-US" sz="2800" b="1" dirty="0">
                <a:solidFill>
                  <a:srgbClr val="00B050"/>
                </a:solidFill>
              </a:rPr>
              <a:t>in textbook!</a:t>
            </a:r>
            <a:endParaRPr lang="el-GR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33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7333</TotalTime>
  <Words>1502</Words>
  <Application>Microsoft Office PowerPoint</Application>
  <PresentationFormat>全屏显示(4:3)</PresentationFormat>
  <Paragraphs>431</Paragraphs>
  <Slides>75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80" baseType="lpstr">
      <vt:lpstr>Palatino</vt:lpstr>
      <vt:lpstr>Arial</vt:lpstr>
      <vt:lpstr>Calibri</vt:lpstr>
      <vt:lpstr>Office Theme</vt:lpstr>
      <vt:lpstr>CS ChemDraw Drawing</vt:lpstr>
      <vt:lpstr>PowerPoint 演示文稿</vt:lpstr>
      <vt:lpstr>Comparison of Imine and acetal formation</vt:lpstr>
      <vt:lpstr>Comparison of Imine and acetal formation</vt:lpstr>
      <vt:lpstr>Reaction with secondary amines: Enamine formation</vt:lpstr>
      <vt:lpstr>Reaction with secondary amines: Enamine formation</vt:lpstr>
      <vt:lpstr>Reductive Amination</vt:lpstr>
      <vt:lpstr>Reductive Amination</vt:lpstr>
      <vt:lpstr>Reductive Amination</vt:lpstr>
      <vt:lpstr>Reductive Amination</vt:lpstr>
      <vt:lpstr>Reductive Amination</vt:lpstr>
      <vt:lpstr>Amide, acyl chloride and nitrile reduction</vt:lpstr>
      <vt:lpstr>Amide, acyl chloride and nitrile reduction</vt:lpstr>
      <vt:lpstr>Amino acids Synthesis-The Strecker reaction</vt:lpstr>
      <vt:lpstr>Amino acids Synthesis-The Strecker reaction</vt:lpstr>
      <vt:lpstr>Amino acids Synthesis-The Strecker reaction</vt:lpstr>
      <vt:lpstr>PowerPoint 演示文稿</vt:lpstr>
      <vt:lpstr>Representation of nucleophilic additions by curly arrows-Stereochemical aspects</vt:lpstr>
      <vt:lpstr>Representation of nucleophilic additions by curly arrows-Stereochemical aspects</vt:lpstr>
      <vt:lpstr>Representation of nucleophilic additions by curly arrows-Stereochemical aspects</vt:lpstr>
      <vt:lpstr>Representation of nucleophilic additions by curly arrows-Stereochemical aspects</vt:lpstr>
      <vt:lpstr>Representation of nucleophilic additions by curly arrows-Stereochemical aspects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Homework 11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Amigues</dc:creator>
  <cp:lastModifiedBy>xy c</cp:lastModifiedBy>
  <cp:revision>44</cp:revision>
  <dcterms:created xsi:type="dcterms:W3CDTF">2014-11-10T01:49:56Z</dcterms:created>
  <dcterms:modified xsi:type="dcterms:W3CDTF">2024-12-02T02:49:06Z</dcterms:modified>
</cp:coreProperties>
</file>